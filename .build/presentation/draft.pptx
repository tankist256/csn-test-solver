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a67de6a3241c1" /><Relationship Type="http://schemas.openxmlformats.org/officeDocument/2006/relationships/extended-properties" Target="/docProps/app.xml" Id="R7fe8dfb516954c5c" /><Relationship Type="http://schemas.openxmlformats.org/officeDocument/2006/relationships/officeDocument" Target="/ppt/presentation.xml" Id="R4910f6a5647d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1f9692bf848e3"/>
  </p:sldMasterIdLst>
  <p:notesMasterIdLst>
    <p:notesMasterId xmlns:r="http://schemas.openxmlformats.org/officeDocument/2006/relationships" r:id="R85efb2423a984d9c"/>
  </p:notesMasterIdLst>
  <p:sldIdLst>
    <p:sldId xmlns:r="http://schemas.openxmlformats.org/officeDocument/2006/relationships" id="256" r:id="Rac8b75dbb01e44d3"/>
    <p:sldId xmlns:r="http://schemas.openxmlformats.org/officeDocument/2006/relationships" id="257" r:id="R33e0dca13d5e4fb4"/>
    <p:sldId xmlns:r="http://schemas.openxmlformats.org/officeDocument/2006/relationships" id="258" r:id="R28fb581992284aaa"/>
    <p:sldId xmlns:r="http://schemas.openxmlformats.org/officeDocument/2006/relationships" id="259" r:id="Rc6d1213ab20d48bb"/>
    <p:sldId xmlns:r="http://schemas.openxmlformats.org/officeDocument/2006/relationships" id="260" r:id="Rb9a471f8d42b41e2"/>
    <p:sldId xmlns:r="http://schemas.openxmlformats.org/officeDocument/2006/relationships" id="261" r:id="Re511109242674e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e87d3d31fe4158" /><Relationship Type="http://schemas.openxmlformats.org/officeDocument/2006/relationships/slideMaster" Target="/ppt/slideMasters/slideMaster1.xml" Id="R88a1f9692bf848e3" /><Relationship Type="http://schemas.openxmlformats.org/officeDocument/2006/relationships/notesMaster" Target="/ppt/notesMasters/notesMaster1.xml" Id="R85efb2423a984d9c" /><Relationship Type="http://schemas.openxmlformats.org/officeDocument/2006/relationships/presProps" Target="/ppt/presProps.xml" Id="R88eec1833d8d458d" /><Relationship Type="http://schemas.openxmlformats.org/officeDocument/2006/relationships/tableStyles" Target="/ppt/tableStyles.xml" Id="Rfc185e98aaeb4475" /><Relationship Type="http://schemas.openxmlformats.org/officeDocument/2006/relationships/slide" Target="/ppt/slides/slide1.xml" Id="Rac8b75dbb01e44d3" /><Relationship Type="http://schemas.openxmlformats.org/officeDocument/2006/relationships/slide" Target="/ppt/slides/slide2.xml" Id="R33e0dca13d5e4fb4" /><Relationship Type="http://schemas.openxmlformats.org/officeDocument/2006/relationships/slide" Target="/ppt/slides/slide3.xml" Id="R28fb581992284aaa" /><Relationship Type="http://schemas.openxmlformats.org/officeDocument/2006/relationships/slide" Target="/ppt/slides/slide4.xml" Id="Rc6d1213ab20d48bb" /><Relationship Type="http://schemas.openxmlformats.org/officeDocument/2006/relationships/slide" Target="/ppt/slides/slide5.xml" Id="Rb9a471f8d42b41e2" /><Relationship Type="http://schemas.openxmlformats.org/officeDocument/2006/relationships/slide" Target="/ppt/slides/slide6.xml" Id="Re511109242674e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4469e5d834c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e0fd51a75430d" /><Relationship Type="http://schemas.openxmlformats.org/officeDocument/2006/relationships/notesMaster" Target="/ppt/notesMasters/notesMaster1.xml" Id="R57a8c7573555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5f8b7ae52485a" /><Relationship Type="http://schemas.openxmlformats.org/officeDocument/2006/relationships/notesMaster" Target="/ppt/notesMasters/notesMaster1.xml" Id="R9028af1cf82f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8de8c62fa481a" /><Relationship Type="http://schemas.openxmlformats.org/officeDocument/2006/relationships/notesMaster" Target="/ppt/notesMasters/notesMaster1.xml" Id="R724f93f998d2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5235fcc954fe9" /><Relationship Type="http://schemas.openxmlformats.org/officeDocument/2006/relationships/notesMaster" Target="/ppt/notesMasters/notesMaster1.xml" Id="Rdaefae01f205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635044c9c3422a" /><Relationship Type="http://schemas.openxmlformats.org/officeDocument/2006/relationships/notesMaster" Target="/ppt/notesMasters/notesMaster1.xml" Id="Rb3fcda2ba55b41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248c410325411e" /><Relationship Type="http://schemas.openxmlformats.org/officeDocument/2006/relationships/notesMaster" Target="/ppt/notesMasters/notesMaster1.xml" Id="R384243f985ec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Atklājiet prezentāciju ar projekta mērķi: palīdzēt B kategorijas vadītājiem mācīties un pārbaudīt zināšanas.</a:t>
            </a:r>
          </a:p>
          <a:p xmlns:a="http://schemas.openxmlformats.org/drawingml/2006/main">
            <a:r>
              <a:t>Avots: lietotāja iesniegtais vietnes sākumlapas ekrānattēls.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Saistiet risinājumu ar uzdevumu: izglītojamie izstrādā un demonstrē digitālu prototipu.</a:t>
            </a:r>
          </a:p>
          <a:p xmlns:a="http://schemas.openxmlformats.org/drawingml/2006/main">
            <a:r>
              <a:t>Vietnes nolūks un atbilžu/treniņa režīmi aprakstīti projektā README un redzami lietotāja ekrānattēlā.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Parādiet meklēšanas lauku, attēlu/video filtrus un jautājumu kartītes.</a:t>
            </a:r>
          </a:p>
          <a:p xmlns:a="http://schemas.openxmlformats.org/drawingml/2006/main">
            <a:r>
              <a:t>Ekrānattēlā skaitītājs rāda 113 jautājumus, no tiem 12 redzami pašreizējā skatā.</a:t>
            </a:r>
          </a:p>
          <a:p xmlns:a="http://schemas.openxmlformats.org/drawingml/2006/main">
            <a:r>
              <a:t>Avots: lietotāja iesniegtais jautājumu bibliotēkas ekrānattēls; funkcijas aprakstītas solver/README.md un solver/src/App.jsx.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Paskaidrojiet, ka Git nodrošina versiju vēsturi un repo redzamie commit ir projekta darba pēdas; ekrānattēlā redzami 24 commit un 2 līdzautori.</a:t>
            </a:r>
          </a:p>
          <a:p xmlns:a="http://schemas.openxmlformats.org/drawingml/2006/main">
            <a:r>
              <a:t>README apraksta palaišanu un funkcijas. Testu faili aptver UI, serveri, autentifikāciju, darba rindas un kolektoru.</a:t>
            </a:r>
          </a:p>
          <a:p xmlns:a="http://schemas.openxmlformats.org/drawingml/2006/main">
            <a:r>
              <a:t>Drošība: README norāda, ka datu ievākšanai vajadzīga administratora sesija; atbilde netiek atzīmēta pareiza, kamēr nav pārbaudīta pret CSDD pārskata lapu.</a:t>
            </a:r>
          </a:p>
          <a:p xmlns:a="http://schemas.openxmlformats.org/drawingml/2006/main">
            <a:r>
              <a:t>Avoti: README.md, solver/README.md, solver/src/components/QuestionCard.jsx, solver/api.py.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Azure ekrānattēls apliecina csn-solver virtuālās mašīnas statusu Running un norāda Ubuntu 24.04, 2 vCPU, 1 GiB RAM un Sweden Central.</a:t>
            </a:r>
          </a:p>
          <a:p xmlns:a="http://schemas.openxmlformats.org/drawingml/2006/main">
            <a:r>
              <a:t>Ekrānattēlā redzamais izveides datums ir 15.10.2026 (UTC).</a:t>
            </a:r>
          </a:p>
          <a:p xmlns:a="http://schemas.openxmlformats.org/drawingml/2006/main">
            <a:r>
              <a:t>Ekrānattēla apgriezums izslēdz konta e-pastu un abonementa ID. Tas apliecina VM stāvokli attēla uzņemšanas brīdī, nevis pašreizēju pieejamību.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Noslēdziet ar īsu vietnes demonstrāciju. 3. darbībā pareizās/incorrectās izvēles uzvedība redzama jautājuma kartītē; atbilžu izvēle ir pieejama verificētiem jautājumiem.</a:t>
            </a:r>
          </a:p>
          <a:p xmlns:a="http://schemas.openxmlformats.org/drawingml/2006/main">
            <a:r>
              <a:t>Šī secība ir ieteikums prezentētājam, nevis apgalvojums, ka tieši šāds demos jau ir veikts.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f8654409244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16326f9514a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6be32e5db44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defd0f5564d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2024e26894c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bc8f9154145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D328EB-F862-48AB-8A03-A5858A72C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F367FC-BFCF-4671-B7E5-0E1F11C5A4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251A59-AE78-4462-94BC-9A85CBA4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8AD2AF-0403-4D1F-8B20-8C22EF144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0B55B9-E98B-426E-BD0F-D8057776B5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219851-0113-47DF-801E-D8F7896C0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7FD4AC-1F09-4E2C-BBF4-F9756F6BD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D406D5-A840-4425-B31E-FDA727D26D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BCB797-3D4F-4CF8-A215-BE7DC2418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EC05D6-7AA9-4B2F-BE71-FBEFFE3DB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bf304003774cce" /><Relationship Type="http://schemas.openxmlformats.org/officeDocument/2006/relationships/slideLayout" Target="/ppt/slideLayouts/slideLayout1.xml" Id="Ra81e2df187de44f9" /><Relationship Type="http://schemas.openxmlformats.org/officeDocument/2006/relationships/slideLayout" Target="/ppt/slideLayouts/slideLayout2.xml" Id="Rbd262da35d264b6c" /><Relationship Type="http://schemas.openxmlformats.org/officeDocument/2006/relationships/slideLayout" Target="/ppt/slideLayouts/slideLayout3.xml" Id="Rfe8d5daa61004a38" /><Relationship Type="http://schemas.openxmlformats.org/officeDocument/2006/relationships/slideLayout" Target="/ppt/slideLayouts/slideLayout4.xml" Id="R8ea99b96cc7743fb" /><Relationship Type="http://schemas.openxmlformats.org/officeDocument/2006/relationships/slideLayout" Target="/ppt/slideLayouts/slideLayout5.xml" Id="Re624e3c5ed7c41a2" /><Relationship Type="http://schemas.openxmlformats.org/officeDocument/2006/relationships/slideLayout" Target="/ppt/slideLayouts/slideLayout6.xml" Id="R76d139cdf96a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e2df187de44f9"/>
    <p:sldLayoutId xmlns:r="http://schemas.openxmlformats.org/officeDocument/2006/relationships" id="2147483650" r:id="Rbd262da35d264b6c"/>
    <p:sldLayoutId xmlns:r="http://schemas.openxmlformats.org/officeDocument/2006/relationships" id="2147483651" r:id="Rfe8d5daa61004a38"/>
    <p:sldLayoutId xmlns:r="http://schemas.openxmlformats.org/officeDocument/2006/relationships" id="2147483652" r:id="R8ea99b96cc7743fb"/>
    <p:sldLayoutId xmlns:r="http://schemas.openxmlformats.org/officeDocument/2006/relationships" id="2147483653" r:id="Re624e3c5ed7c41a2"/>
    <p:sldLayoutId xmlns:r="http://schemas.openxmlformats.org/officeDocument/2006/relationships" id="2147483654" r:id="R76d139cdf96a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1aa34f9334654" /><Relationship Type="http://schemas.openxmlformats.org/officeDocument/2006/relationships/image" Target="/ppt/media/image.png" Id="R4ff4fd871f734b5f" /><Relationship Type="http://schemas.openxmlformats.org/officeDocument/2006/relationships/notesSlide" Target="/ppt/notesSlides/notesSlide1.xml" Id="R867098479d3b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c2339c0b347a1" /><Relationship Type="http://schemas.openxmlformats.org/officeDocument/2006/relationships/notesSlide" Target="/ppt/notesSlides/notesSlide2.xml" Id="Rb06811f16f0847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1e860385c40f6" /><Relationship Type="http://schemas.openxmlformats.org/officeDocument/2006/relationships/image" Target="/ppt/media/image2.png" Id="R2d80b844a63f4466" /><Relationship Type="http://schemas.openxmlformats.org/officeDocument/2006/relationships/notesSlide" Target="/ppt/notesSlides/notesSlide3.xml" Id="R708a111f97b843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a3888eabf4e21" /><Relationship Type="http://schemas.openxmlformats.org/officeDocument/2006/relationships/image" Target="/ppt/media/image3.png" Id="R8e0b9d160b2341e2" /><Relationship Type="http://schemas.openxmlformats.org/officeDocument/2006/relationships/notesSlide" Target="/ppt/notesSlides/notesSlide4.xml" Id="R4c84690d200e47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185b0e99d432c" /><Relationship Type="http://schemas.openxmlformats.org/officeDocument/2006/relationships/image" Target="/ppt/media/image4.png" Id="R6e5c90420542488b" /><Relationship Type="http://schemas.openxmlformats.org/officeDocument/2006/relationships/notesSlide" Target="/ppt/notesSlides/notesSlide5.xml" Id="Rd32dfe1e2e70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b86b3f7324b3d" /><Relationship Type="http://schemas.openxmlformats.org/officeDocument/2006/relationships/notesSlide" Target="/ppt/notesSlides/notesSlide6.xml" Id="R065a83fe08524c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red-mark">
            <a:extLst xmlns:a="http://schemas.openxmlformats.org/drawingml/2006/main">
              <a:ext uri="{FF2B5EF4-FFF2-40B4-BE49-F238E27FC236}">
                <a16:creationId xmlns:a16="http://schemas.microsoft.com/office/drawing/2014/main" id="{3F862F88-D9B9-45B5-8EF6-36FEF54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2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E113844-4D1E-44BA-9FE2-AC2CCD3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7FF"/>
                </a:solidFill>
                <a:latin typeface="Arial"/>
                <a:ea typeface="Arial"/>
                <a:cs typeface="Arial"/>
              </a:rPr>
              <a:t>PROJEKTU NEDĒĻA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E141FB-87E3-41A1-A444-EAAEDDE1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CSDD teorija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D7E993A-8F1A-401D-A95D-565A3CFD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D8E2F3"/>
                </a:solidFill>
                <a:latin typeface="Arial"/>
                <a:ea typeface="Arial"/>
                <a:cs typeface="Arial"/>
              </a:rPr>
              <a:t>Digitāls palīgs B kategorijas teorijas apguvei</a:t>
            </a:r>
          </a:p>
        </p:txBody>
      </p:sp>
      <p:sp>
        <p:nvSpPr>
          <p:cNvPr id="5" name="cover-credit">
            <a:extLst xmlns:a="http://schemas.openxmlformats.org/drawingml/2006/main">
              <a:ext uri="{FF2B5EF4-FFF2-40B4-BE49-F238E27FC236}">
                <a16:creationId xmlns:a16="http://schemas.microsoft.com/office/drawing/2014/main" id="{79CA7F58-F4C6-4681-AD13-5F1E47C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AFC0D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AFC0DA"/>
                </a:solidFill>
                <a:latin typeface="Arial"/>
                <a:ea typeface="Arial"/>
                <a:cs typeface="Arial"/>
              </a:rPr>
              <a:t>Prototips • mācīšanās un zināšanu pārbaude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DC8DA-19C8-4B21-882D-DFBE3B5FC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fd871f734b5f"/>
          <a:srcRect xmlns:a="http://schemas.openxmlformats.org/drawingml/2006/main" l="2599" t="0" r="2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352550"/>
            <a:ext cx="60960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45213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E2F9360-B3A4-4F59-8562-9E2E7FD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Mācību mērķis</a:t>
            </a:r>
          </a:p>
        </p:txBody>
      </p:sp>
      <p:sp>
        <p:nvSpPr>
          <p:cNvPr id="2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9604C0B4-503D-4633-9D50-E07169C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51FD079E-C13F-4DBE-B6D6-0CC9DCC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goal-statement">
            <a:extLst xmlns:a="http://schemas.openxmlformats.org/drawingml/2006/main">
              <a:ext uri="{FF2B5EF4-FFF2-40B4-BE49-F238E27FC236}">
                <a16:creationId xmlns:a16="http://schemas.microsoft.com/office/drawing/2014/main" id="{78707301-ED8D-460B-9949-2E00059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81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Vienā vietā atkārtot teoriju un pārbaudīt savas zināšanas.</a:t>
            </a:r>
          </a:p>
        </p:txBody>
      </p:sp>
      <p:sp>
        <p:nvSpPr>
          <p:cNvPr id="5" name="goal-divider">
            <a:extLst xmlns:a="http://schemas.openxmlformats.org/drawingml/2006/main">
              <a:ext uri="{FF2B5EF4-FFF2-40B4-BE49-F238E27FC236}">
                <a16:creationId xmlns:a16="http://schemas.microsoft.com/office/drawing/2014/main" id="{336E21B1-5CCA-4C1D-B279-F03CF3E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76400"/>
            <a:ext cx="38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oal-label">
            <a:extLst xmlns:a="http://schemas.openxmlformats.org/drawingml/2006/main">
              <a:ext uri="{FF2B5EF4-FFF2-40B4-BE49-F238E27FC236}">
                <a16:creationId xmlns:a16="http://schemas.microsoft.com/office/drawing/2014/main" id="{9FFDCE3E-5DD7-4413-81E7-91D4CE4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63E5"/>
                </a:solidFill>
                <a:latin typeface="Arial"/>
                <a:ea typeface="Arial"/>
                <a:cs typeface="Arial"/>
              </a:rPr>
              <a:t>RISINĀJUMS</a:t>
            </a:r>
          </a:p>
        </p:txBody>
      </p:sp>
      <p:sp>
        <p:nvSpPr>
          <p:cNvPr id="7" name="goal-detail">
            <a:extLst xmlns:a="http://schemas.openxmlformats.org/drawingml/2006/main">
              <a:ext uri="{FF2B5EF4-FFF2-40B4-BE49-F238E27FC236}">
                <a16:creationId xmlns:a16="http://schemas.microsoft.com/office/drawing/2014/main" id="{F4F40571-308E-4ED2-820D-C7CFBB70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810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33D"/>
                </a:solidFill>
                <a:latin typeface="Arial"/>
                <a:ea typeface="Arial"/>
                <a:cs typeface="Arial"/>
              </a:rPr>
              <a:t>Jautājumu bibliotēka ar pārbaudītām atbildēm un treniņrežīmu ļauj mācīties savā tempā.</a:t>
            </a:r>
          </a:p>
        </p:txBody>
      </p:sp>
      <p:sp>
        <p:nvSpPr>
          <p:cNvPr id="8" name="goal-criterion">
            <a:extLst xmlns:a="http://schemas.openxmlformats.org/drawingml/2006/main">
              <a:ext uri="{FF2B5EF4-FFF2-40B4-BE49-F238E27FC236}">
                <a16:creationId xmlns:a16="http://schemas.microsoft.com/office/drawing/2014/main" id="{41146B7B-B916-4FAA-8823-CD2777F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05275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3748E"/>
                </a:solidFill>
                <a:latin typeface="Arial"/>
                <a:ea typeface="Arial"/>
                <a:cs typeface="Arial"/>
              </a:rPr>
              <a:t>Prototips risina konkrētu vajadzību: sagatavoties CSDD B kategorijas teorijas eksāmenam.</a:t>
            </a:r>
          </a:p>
        </p:txBody>
      </p:sp>
      <p:sp>
        <p:nvSpPr>
          <p:cNvPr id="9" name="goal-footer">
            <a:extLst xmlns:a="http://schemas.openxmlformats.org/drawingml/2006/main">
              <a:ext uri="{FF2B5EF4-FFF2-40B4-BE49-F238E27FC236}">
                <a16:creationId xmlns:a16="http://schemas.microsoft.com/office/drawing/2014/main" id="{D5C83819-16FA-40F5-B666-C8A1EF1C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IDEJA UN SATURS</a:t>
            </a:r>
          </a:p>
        </p:txBody>
      </p:sp>
    </p:spTree>
    <p:extLst>
      <p:ext uri="{BB962C8B-B14F-4D97-AF65-F5344CB8AC3E}">
        <p14:creationId xmlns:p14="http://schemas.microsoft.com/office/powerpoint/2010/main" val="1145710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B2ACB97-62E0-46C1-AE12-81A50AD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Jautājumu bibliotēka</a:t>
            </a:r>
          </a:p>
        </p:txBody>
      </p:sp>
      <p:sp>
        <p:nvSpPr>
          <p:cNvPr id="2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6BC88660-E1B5-44B9-8AF4-EDAEF92C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E93A0C8-469D-4C8B-9AC6-50C22C5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library-lede">
            <a:extLst xmlns:a="http://schemas.openxmlformats.org/drawingml/2006/main">
              <a:ext uri="{FF2B5EF4-FFF2-40B4-BE49-F238E27FC236}">
                <a16:creationId xmlns:a16="http://schemas.microsoft.com/office/drawing/2014/main" id="{86013966-C322-4193-99DF-5464B61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Meklē, izlasi un pārbaudi sevi.</a:t>
            </a:r>
          </a:p>
        </p:txBody>
      </p:sp>
      <p:sp>
        <p:nvSpPr>
          <p:cNvPr id="5" name="library-detail-1">
            <a:extLst xmlns:a="http://schemas.openxmlformats.org/drawingml/2006/main">
              <a:ext uri="{FF2B5EF4-FFF2-40B4-BE49-F238E27FC236}">
                <a16:creationId xmlns:a16="http://schemas.microsoft.com/office/drawing/2014/main" id="{D0A6612D-22D0-40F8-AE8C-1A3295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33D"/>
                </a:solidFill>
                <a:latin typeface="Arial"/>
                <a:ea typeface="Arial"/>
                <a:cs typeface="Arial"/>
              </a:rPr>
              <a:t>Atbildes režīmā redzamas CSDD pārbaudītās atbildes.</a:t>
            </a:r>
          </a:p>
        </p:txBody>
      </p:sp>
      <p:sp>
        <p:nvSpPr>
          <p:cNvPr id="6" name="library-detail-2">
            <a:extLst xmlns:a="http://schemas.openxmlformats.org/drawingml/2006/main">
              <a:ext uri="{FF2B5EF4-FFF2-40B4-BE49-F238E27FC236}">
                <a16:creationId xmlns:a16="http://schemas.microsoft.com/office/drawing/2014/main" id="{C0458A78-0797-4012-A9B0-6295F2B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33D"/>
                </a:solidFill>
                <a:latin typeface="Arial"/>
                <a:ea typeface="Arial"/>
                <a:cs typeface="Arial"/>
              </a:rPr>
              <a:t>Treniņrežīmā izvēlies atbildi pats; pareizā atbilde atklājas pēc izvēles.</a:t>
            </a:r>
          </a:p>
        </p:txBody>
      </p:sp>
      <p:sp>
        <p:nvSpPr>
          <p:cNvPr id="7" name="library-stat">
            <a:extLst xmlns:a="http://schemas.openxmlformats.org/drawingml/2006/main">
              <a:ext uri="{FF2B5EF4-FFF2-40B4-BE49-F238E27FC236}">
                <a16:creationId xmlns:a16="http://schemas.microsoft.com/office/drawing/2014/main" id="{626F1FCA-56DD-48C9-BDF2-F5CABA4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B63E5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  <p:sp>
        <p:nvSpPr>
          <p:cNvPr id="8" name="library-stat-label">
            <a:extLst xmlns:a="http://schemas.openxmlformats.org/drawingml/2006/main">
              <a:ext uri="{FF2B5EF4-FFF2-40B4-BE49-F238E27FC236}">
                <a16:creationId xmlns:a16="http://schemas.microsoft.com/office/drawing/2014/main" id="{3EE2594E-7375-4FFE-A3B3-8FC7A98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3748E"/>
                </a:solidFill>
                <a:latin typeface="Arial"/>
                <a:ea typeface="Arial"/>
                <a:cs typeface="Arial"/>
              </a:rPr>
              <a:t>jautājumi redzami iesniegtajā ekrānattēlā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9E8DF-DA43-4656-9E01-3BAF60398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0b844a63f4466"/>
          <a:stretch xmlns:a="http://schemas.openxmlformats.org/drawingml/2006/main"/>
        </p:blipFill>
        <p:spPr>
          <a:xfrm xmlns:a="http://schemas.openxmlformats.org/drawingml/2006/main">
            <a:off x="4572000" y="1691368"/>
            <a:ext cx="6934200" cy="4103914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0" name="library-footnote">
            <a:extLst xmlns:a="http://schemas.openxmlformats.org/drawingml/2006/main">
              <a:ext uri="{FF2B5EF4-FFF2-40B4-BE49-F238E27FC236}">
                <a16:creationId xmlns:a16="http://schemas.microsoft.com/office/drawing/2014/main" id="{45D7CEE7-744A-4A67-BE95-73EEF98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531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48E"/>
                </a:solidFill>
                <a:latin typeface="Arial"/>
                <a:ea typeface="Arial"/>
                <a:cs typeface="Arial"/>
              </a:rPr>
              <a:t>Skaits ņemts no pievienotā ekrānattēla; datubāze var mainīties.</a:t>
            </a:r>
          </a:p>
        </p:txBody>
      </p:sp>
    </p:spTree>
    <p:extLst>
      <p:ext uri="{BB962C8B-B14F-4D97-AF65-F5344CB8AC3E}">
        <p14:creationId xmlns:p14="http://schemas.microsoft.com/office/powerpoint/2010/main" val="1837624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0001E48-F871-42AC-BA29-60494EF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Izstrāde, pārbaudes un drošība</a:t>
            </a:r>
          </a:p>
        </p:txBody>
      </p:sp>
      <p:sp>
        <p:nvSpPr>
          <p:cNvPr id="2" name="slide-4-accent">
            <a:extLst xmlns:a="http://schemas.openxmlformats.org/drawingml/2006/main">
              <a:ext uri="{FF2B5EF4-FFF2-40B4-BE49-F238E27FC236}">
                <a16:creationId xmlns:a16="http://schemas.microsoft.com/office/drawing/2014/main" id="{A8026A75-7ECD-45D0-B349-04954565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C9BC1CA8-15C2-4C3E-B3CE-4FCF2093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DB3D-10F4-4C12-940B-734A67D79A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b9d160b2341e2"/>
          <a:stretch xmlns:a="http://schemas.openxmlformats.org/drawingml/2006/main"/>
        </p:blipFill>
        <p:spPr>
          <a:xfrm xmlns:a="http://schemas.openxmlformats.org/drawingml/2006/main">
            <a:off x="685800" y="1773898"/>
            <a:ext cx="5981700" cy="3548328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repo-caption">
            <a:extLst xmlns:a="http://schemas.openxmlformats.org/drawingml/2006/main">
              <a:ext uri="{FF2B5EF4-FFF2-40B4-BE49-F238E27FC236}">
                <a16:creationId xmlns:a16="http://schemas.microsoft.com/office/drawing/2014/main" id="{DB43D439-5D2C-43EE-8D58-5F126BE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598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3748E"/>
                </a:solidFill>
                <a:latin typeface="Arial"/>
                <a:ea typeface="Arial"/>
                <a:cs typeface="Arial"/>
              </a:rPr>
              <a:t>Repozitorijs GitHub • ekrānā redzami 24 commit un 2 līdzautori</a:t>
            </a:r>
          </a:p>
        </p:txBody>
      </p:sp>
      <p:sp>
        <p:nvSpPr>
          <p:cNvPr id="6" name="engineering-lede">
            <a:extLst xmlns:a="http://schemas.openxmlformats.org/drawingml/2006/main">
              <a:ext uri="{FF2B5EF4-FFF2-40B4-BE49-F238E27FC236}">
                <a16:creationId xmlns:a16="http://schemas.microsoft.com/office/drawing/2014/main" id="{BC0064E0-6FE0-48BC-B42B-1E6D030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Pārbaudāms darba process</a:t>
            </a:r>
          </a:p>
        </p:txBody>
      </p:sp>
      <p:sp>
        <p:nvSpPr>
          <p:cNvPr id="7" name="engineering-list">
            <a:extLst xmlns:a="http://schemas.openxmlformats.org/drawingml/2006/main">
              <a:ext uri="{FF2B5EF4-FFF2-40B4-BE49-F238E27FC236}">
                <a16:creationId xmlns:a16="http://schemas.microsoft.com/office/drawing/2014/main" id="{22F1817B-3B70-4938-B39E-2A526DE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4191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Kods un projekta vēsture glabājas GitHub.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README apraksta palaišanu un funkcijas.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Testu faili aptver saskarni, serveri, kontus un kolektoru.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Pareiza atbilde tiek rādīta tikai pēc pārbaudes CSDD.</a:t>
            </a:r>
          </a:p>
        </p:txBody>
      </p:sp>
      <p:sp>
        <p:nvSpPr>
          <p:cNvPr id="8" name="engineering-rule">
            <a:extLst xmlns:a="http://schemas.openxmlformats.org/drawingml/2006/main">
              <a:ext uri="{FF2B5EF4-FFF2-40B4-BE49-F238E27FC236}">
                <a16:creationId xmlns:a16="http://schemas.microsoft.com/office/drawing/2014/main" id="{6D09227F-1EB2-4E34-9750-C80ADE0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ngineering-admin">
            <a:extLst xmlns:a="http://schemas.openxmlformats.org/drawingml/2006/main">
              <a:ext uri="{FF2B5EF4-FFF2-40B4-BE49-F238E27FC236}">
                <a16:creationId xmlns:a16="http://schemas.microsoft.com/office/drawing/2014/main" id="{7ABF225D-1D82-4A6C-9746-AD56EFB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00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3748E"/>
                </a:solidFill>
                <a:latin typeface="Arial"/>
                <a:ea typeface="Arial"/>
                <a:cs typeface="Arial"/>
              </a:rPr>
              <a:t>Jautājumu ievākšana serverī pieejama administratoram.</a:t>
            </a:r>
          </a:p>
        </p:txBody>
      </p:sp>
    </p:spTree>
    <p:extLst>
      <p:ext uri="{BB962C8B-B14F-4D97-AF65-F5344CB8AC3E}">
        <p14:creationId xmlns:p14="http://schemas.microsoft.com/office/powerpoint/2010/main" val="1812039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0AFB94A-1E0B-4A99-9A3A-A141CBC1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Palaišana Azure vidē</a:t>
            </a:r>
          </a:p>
        </p:txBody>
      </p:sp>
      <p:sp>
        <p:nvSpPr>
          <p:cNvPr id="2" name="slide-5-accent">
            <a:extLst xmlns:a="http://schemas.openxmlformats.org/drawingml/2006/main">
              <a:ext uri="{FF2B5EF4-FFF2-40B4-BE49-F238E27FC236}">
                <a16:creationId xmlns:a16="http://schemas.microsoft.com/office/drawing/2014/main" id="{8755AE98-5F03-458D-8BC1-800BEEB3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51138D7-F425-44AF-96E4-21E3CF7E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azure-lede">
            <a:extLst xmlns:a="http://schemas.openxmlformats.org/drawingml/2006/main">
              <a:ext uri="{FF2B5EF4-FFF2-40B4-BE49-F238E27FC236}">
                <a16:creationId xmlns:a16="http://schemas.microsoft.com/office/drawing/2014/main" id="{EA401D59-8CE2-48C2-ADDC-EC94523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Azure ekrānattēlā redzama palaista virtuālā mašīna.</a:t>
            </a:r>
          </a:p>
        </p:txBody>
      </p:sp>
      <p:sp>
        <p:nvSpPr>
          <p:cNvPr id="5" name="azure-facts">
            <a:extLst xmlns:a="http://schemas.openxmlformats.org/drawingml/2006/main">
              <a:ext uri="{FF2B5EF4-FFF2-40B4-BE49-F238E27FC236}">
                <a16:creationId xmlns:a16="http://schemas.microsoft.com/office/drawing/2014/main" id="{CE76998A-1996-4043-8281-0D0331D7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323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csn-solver</a:t>
            </a:r>
          </a:p>
          <a:p xmlns:a="http://schemas.openxmlformats.org/drawingml/2006/main"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Ubuntu 24.04</a:t>
            </a:r>
          </a:p>
          <a:p xmlns:a="http://schemas.openxmlformats.org/drawingml/2006/main"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Sweden Central</a:t>
            </a:r>
          </a:p>
        </p:txBody>
      </p:sp>
      <p:sp>
        <p:nvSpPr>
          <p:cNvPr id="6" name="azure-running">
            <a:extLst xmlns:a="http://schemas.openxmlformats.org/drawingml/2006/main">
              <a:ext uri="{FF2B5EF4-FFF2-40B4-BE49-F238E27FC236}">
                <a16:creationId xmlns:a16="http://schemas.microsoft.com/office/drawing/2014/main" id="{1DAB2009-6DAD-4F2D-BAA1-141B0FB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VM statuss ekrānattēlā: Running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2500-029C-4479-A0B3-92B635FAA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c90420542488b"/>
          <a:stretch xmlns:a="http://schemas.openxmlformats.org/drawingml/2006/main"/>
        </p:blipFill>
        <p:spPr>
          <a:xfrm xmlns:a="http://schemas.openxmlformats.org/drawingml/2006/main">
            <a:off x="5334000" y="2095500"/>
            <a:ext cx="59055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8" name="azure-footnote">
            <a:extLst xmlns:a="http://schemas.openxmlformats.org/drawingml/2006/main">
              <a:ext uri="{FF2B5EF4-FFF2-40B4-BE49-F238E27FC236}">
                <a16:creationId xmlns:a16="http://schemas.microsoft.com/office/drawing/2014/main" id="{3F9008A4-C9DE-4B57-B605-85440CE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483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3748E"/>
                </a:solidFill>
                <a:latin typeface="Arial"/>
                <a:ea typeface="Arial"/>
                <a:cs typeface="Arial"/>
              </a:rPr>
              <a:t>Attēls rāda Azure VM statusu ekrānuzņēmuma uzņemšanas brīdī.</a:t>
            </a:r>
          </a:p>
        </p:txBody>
      </p:sp>
    </p:spTree>
    <p:extLst>
      <p:ext uri="{BB962C8B-B14F-4D97-AF65-F5344CB8AC3E}">
        <p14:creationId xmlns:p14="http://schemas.microsoft.com/office/powerpoint/2010/main" val="600515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61FF6E8-5C03-4111-86A0-14A33D1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7FF"/>
                </a:solidFill>
                <a:latin typeface="Arial"/>
                <a:ea typeface="Arial"/>
                <a:cs typeface="Arial"/>
              </a:rPr>
              <a:t>PROJEKTA NEDĒĻAS REZULTĀTS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656DD3F-484C-484B-A21A-2CE39511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Pārbaudāms digitāls prototips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D0706A0F-BC49-462D-B6FE-42F64689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D8E2F3"/>
                </a:solidFill>
                <a:latin typeface="Arial"/>
                <a:ea typeface="Arial"/>
                <a:cs typeface="Arial"/>
              </a:rPr>
              <a:t>Vietne apvieno jautājumu bibliotēku, CSDD pārbaudītas atbildes un pašpārbaudes režīmu.</a:t>
            </a:r>
          </a:p>
        </p:txBody>
      </p:sp>
      <p:sp>
        <p:nvSpPr>
          <p:cNvPr id="4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51DA7F82-35C8-47A7-87DD-770CB4E7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78FCAAE2-0AFA-4152-9F5B-9357603A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Dzīvā demonstrācija</a:t>
            </a:r>
          </a:p>
        </p:txBody>
      </p:sp>
      <p:sp>
        <p:nvSpPr>
          <p:cNvPr id="6" name="demo-steps">
            <a:extLst xmlns:a="http://schemas.openxmlformats.org/drawingml/2006/main">
              <a:ext uri="{FF2B5EF4-FFF2-40B4-BE49-F238E27FC236}">
                <a16:creationId xmlns:a16="http://schemas.microsoft.com/office/drawing/2014/main" id="{6242FD99-6B07-42BB-BDAB-71729E13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E2F3"/>
                </a:solidFill>
                <a:latin typeface="Arial"/>
                <a:ea typeface="Arial"/>
                <a:cs typeface="Arial"/>
              </a:rPr>
              <a:t>01   Atver jautājumu bibliotēku un meklē noteikumu jautājumu.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E2F3"/>
                </a:solidFill>
                <a:latin typeface="Arial"/>
                <a:ea typeface="Arial"/>
                <a:cs typeface="Arial"/>
              </a:rPr>
              <a:t>02   Parādi CSDD pārbaudīto atbildi un ar attēlu saistītu situāciju.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E2F3"/>
                </a:solidFill>
                <a:latin typeface="Arial"/>
                <a:ea typeface="Arial"/>
                <a:cs typeface="Arial"/>
              </a:rPr>
              <a:t>03   Pārslēdz treniņrežīmu un izvēlies atbildi.</a:t>
            </a:r>
          </a:p>
        </p:txBody>
      </p:sp>
      <p:sp>
        <p:nvSpPr>
          <p:cNvPr id="7" name="close-red-mark">
            <a:extLst xmlns:a="http://schemas.openxmlformats.org/drawingml/2006/main">
              <a:ext uri="{FF2B5EF4-FFF2-40B4-BE49-F238E27FC236}">
                <a16:creationId xmlns:a16="http://schemas.microsoft.com/office/drawing/2014/main" id="{68E62DF3-A250-4C1E-BD86-D972CA6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2D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12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2026-10-22T11:52:32.1510000Z</dcterms:created>
  <dcterms:modified xsi:type="dcterms:W3CDTF">2026-10-22T11:52:32.1510000Z</dcterms:modified>
</coreProperties>
</file>
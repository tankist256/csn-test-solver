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32"/>
    <p:restoredTop sz="94691"/>
  </p:normalViewPr>
  <p:slideViewPr>
    <p:cSldViewPr snapToGrid="0">
      <p:cViewPr varScale="1">
        <p:scale>
          <a:sx n="120" d="100"/>
          <a:sy n="120" d="100"/>
        </p:scale>
        <p:origin x="18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Atklājiet prezentāciju ar projekta mērķi: palīdzēt B kategorijas vadītājiem mācīties un pārbaudīt zināšanas.</a:t>
            </a:r>
          </a:p>
          <a:p>
            <a:r>
              <a:t>Avots: lietotāja iesniegtais vietnes sākumlapas ekrānattēls.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Saistiet risinājumu ar uzdevumu: izglītojamie izstrādā un demonstrē digitālu prototipu.</a:t>
            </a:r>
          </a:p>
          <a:p>
            <a:r>
              <a:t>Vietnes nolūks un atbilžu/treniņa režīmi aprakstīti projektā README un redzami lietotāja ekrānattēlā.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Parādiet meklēšanas lauku, attēlu/video filtrus un jautājumu kartītes.</a:t>
            </a:r>
          </a:p>
          <a:p>
            <a:r>
              <a:t>Ekrānattēlā skaitītājs rāda 113 jautājumus, no tiem 12 redzami pašreizējā skatā.</a:t>
            </a:r>
          </a:p>
          <a:p>
            <a:r>
              <a:t>Avots: lietotāja iesniegtais jautājumu bibliotēkas ekrānattēls; funkcijas aprakstītas solver/README.md un solver/src/App.jsx.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Paskaidrojiet, ka Git nodrošina versiju vēsturi un repo redzamie commit ir projekta darba pēdas; ekrānattēlā redzami 24 commit un 2 līdzautori.</a:t>
            </a:r>
          </a:p>
          <a:p>
            <a:r>
              <a:t>README apraksta palaišanu un funkcijas. Testu faili aptver UI, serveri, autentifikāciju, darba rindas un kolektoru.</a:t>
            </a:r>
          </a:p>
          <a:p>
            <a:r>
              <a:t>Drošība: README norāda, ka datu ievākšanai vajadzīga administratora sesija; atbilde netiek atzīmēta pareiza, kamēr nav pārbaudīta pret CSDD pārskata lapu.</a:t>
            </a:r>
          </a:p>
          <a:p>
            <a:r>
              <a:t>Avoti: README.md, solver/README.md, solver/src/components/QuestionCard.jsx, solver/api.py.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Azure ekrānattēls apliecina csn-solver virtuālās mašīnas statusu Running un norāda Ubuntu 24.04, 2 vCPU, 1 GiB RAM un Sweden Central.</a:t>
            </a:r>
          </a:p>
          <a:p>
            <a:r>
              <a:t>Ekrānattēlā redzamais izveides datums ir 15.10.2026 (UTC).</a:t>
            </a:r>
          </a:p>
          <a:p>
            <a:r>
              <a:t>Ekrānattēla apgriezums izslēdz konta e-pastu un abonementa ID. Tas apliecina VM stāvokli attēla uzņemšanas brīdī, nevis pašreizēju pieejamību.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Noslēdziet ar īsu vietnes demonstrāciju. 3. darbībā pareizās/incorrectās izvēles uzvedība redzama jautājuma kartītē; atbilžu izvēle ir pieejama verificētiem jautājumiem.</a:t>
            </a:r>
          </a:p>
          <a:p>
            <a:r>
              <a:t>Šī secība ir ieteikums prezentētājam, nevis apgalvojums, ka tieši šāds demos jau ir veikts.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8ACB-1418-E505-EAE0-771863C1D4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73C14-66FC-E170-10DF-50B51CBD18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010AA-9DE5-5573-A854-974259F9ED02}"/>
              </a:ext>
            </a:extLst>
          </p:cNvPr>
          <p:cNvSpPr>
            <a:spLocks noGrp="1"/>
          </p:cNvSpPr>
          <p:nvPr>
            <p:ph type="body" idx="1"/>
          </p:nvPr>
        </p:nvSpPr>
        <p:spPr/>
        <p:txBody>
          <a:bodyPr/>
          <a:lstStyle/>
          <a:p>
            <a:r>
              <a:t>Noslēdziet ar īsu vietnes demonstrāciju. 3. darbībā pareizās/incorrectās izvēles uzvedība redzama jautājuma kartītē; atbilžu izvēle ir pieejama verificētiem jautājumiem.</a:t>
            </a:r>
          </a:p>
          <a:p>
            <a:r>
              <a:t>Šī secība ir ieteikums prezentētājam, nevis apgalvojums, ka tieši šāds demos jau ir veikts.</a:t>
            </a:r>
          </a:p>
        </p:txBody>
      </p:sp>
      <p:sp>
        <p:nvSpPr>
          <p:cNvPr id="4" name="Slide Number Placeholder 3">
            <a:extLst>
              <a:ext uri="{FF2B5EF4-FFF2-40B4-BE49-F238E27FC236}">
                <a16:creationId xmlns:a16="http://schemas.microsoft.com/office/drawing/2014/main" id="{6F6D8F9D-D637-55EB-AD3C-01BAADC619A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16350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8D328EB-F862-48AB-8A03-A5858A72C38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8CF367FC-BFCF-4671-B7E5-0E1F11C5A44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B251A59-AE78-4462-94BC-9A85CBA4F74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A8AD2AF-0403-4D1F-8B20-8C22EF144A2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960B55B9-E98B-426E-BD0F-D8057776B53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1219851-0113-47DF-801E-D8F7896C02D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B7FD4AC-1F09-4E2C-BBF4-F9756F6BD89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3D406D5-A840-4425-B31E-FDA727D26D6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FBCB797-3D4F-4CF8-A215-BE7DC241895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9EC05D6-7AA9-4B2F-BE71-FBEFFE3DB76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64A"/>
        </a:solidFill>
        <a:effectLst/>
      </p:bgPr>
    </p:bg>
    <p:spTree>
      <p:nvGrpSpPr>
        <p:cNvPr id="1" name=""/>
        <p:cNvGrpSpPr/>
        <p:nvPr/>
      </p:nvGrpSpPr>
      <p:grpSpPr>
        <a:xfrm>
          <a:off x="0" y="0"/>
          <a:ext cx="0" cy="0"/>
          <a:chOff x="0" y="0"/>
          <a:chExt cx="0" cy="0"/>
        </a:xfrm>
      </p:grpSpPr>
      <p:sp>
        <p:nvSpPr>
          <p:cNvPr id="7" name="cover-red-mark">
            <a:extLst>
              <a:ext uri="{FF2B5EF4-FFF2-40B4-BE49-F238E27FC236}">
                <a16:creationId xmlns:a16="http://schemas.microsoft.com/office/drawing/2014/main" id="{3F862F88-D9B9-45B5-8EF6-36FEF542516D}"/>
              </a:ext>
            </a:extLst>
          </p:cNvPr>
          <p:cNvSpPr>
            <a:spLocks noGrp="1"/>
          </p:cNvSpPr>
          <p:nvPr/>
        </p:nvSpPr>
        <p:spPr>
          <a:xfrm>
            <a:off x="704850" y="819150"/>
            <a:ext cx="685800" cy="95250"/>
          </a:xfrm>
          <a:prstGeom prst="rect">
            <a:avLst/>
          </a:prstGeom>
          <a:solidFill>
            <a:srgbClr val="E32D2B"/>
          </a:solidFill>
          <a:ln w="0">
            <a:noFill/>
            <a:prstDash val="solid"/>
          </a:ln>
        </p:spPr>
        <p:txBody>
          <a:bodyPr/>
          <a:lstStyle/>
          <a:p>
            <a:endParaRPr lang="en-LV"/>
          </a:p>
        </p:txBody>
      </p:sp>
      <p:sp>
        <p:nvSpPr>
          <p:cNvPr id="2" name="cover-kicker">
            <a:extLst>
              <a:ext uri="{FF2B5EF4-FFF2-40B4-BE49-F238E27FC236}">
                <a16:creationId xmlns:a16="http://schemas.microsoft.com/office/drawing/2014/main" id="{2E113844-4D1E-44BA-9FE2-AC2CCD39143F}"/>
              </a:ext>
            </a:extLst>
          </p:cNvPr>
          <p:cNvSpPr>
            <a:spLocks noGrp="1"/>
          </p:cNvSpPr>
          <p:nvPr/>
        </p:nvSpPr>
        <p:spPr>
          <a:xfrm>
            <a:off x="704850" y="1143000"/>
            <a:ext cx="4000500" cy="266700"/>
          </a:xfrm>
          <a:prstGeom prst="rect">
            <a:avLst/>
          </a:prstGeom>
          <a:noFill/>
          <a:ln w="0">
            <a:noFill/>
            <a:prstDash val="solid"/>
          </a:ln>
        </p:spPr>
        <p:txBody>
          <a:bodyPr lIns="0" tIns="0" rIns="0" bIns="0"/>
          <a:lstStyle>
            <a:defPPr>
              <a:defRPr sz="1200" b="1">
                <a:solidFill>
                  <a:srgbClr val="AFC7FF"/>
                </a:solidFill>
                <a:latin typeface="Arial"/>
                <a:ea typeface="Arial"/>
                <a:cs typeface="Arial"/>
              </a:defRPr>
            </a:defPPr>
            <a:lvl1pPr>
              <a:defRPr sz="1200" b="1">
                <a:solidFill>
                  <a:srgbClr val="AFC7FF"/>
                </a:solidFill>
                <a:latin typeface="Arial"/>
                <a:ea typeface="Arial"/>
                <a:cs typeface="Arial"/>
              </a:defRPr>
            </a:lvl1pPr>
            <a:lvl2pPr>
              <a:defRPr sz="1200" b="1">
                <a:solidFill>
                  <a:srgbClr val="AFC7FF"/>
                </a:solidFill>
                <a:latin typeface="Arial"/>
                <a:ea typeface="Arial"/>
                <a:cs typeface="Arial"/>
              </a:defRPr>
            </a:lvl2pPr>
            <a:lvl3pPr>
              <a:defRPr sz="1200" b="1">
                <a:solidFill>
                  <a:srgbClr val="AFC7FF"/>
                </a:solidFill>
                <a:latin typeface="Arial"/>
                <a:ea typeface="Arial"/>
                <a:cs typeface="Arial"/>
              </a:defRPr>
            </a:lvl3pPr>
            <a:lvl4pPr>
              <a:defRPr sz="1200" b="1">
                <a:solidFill>
                  <a:srgbClr val="AFC7FF"/>
                </a:solidFill>
                <a:latin typeface="Arial"/>
                <a:ea typeface="Arial"/>
                <a:cs typeface="Arial"/>
              </a:defRPr>
            </a:lvl4pPr>
            <a:lvl5pPr>
              <a:defRPr sz="1200" b="1">
                <a:solidFill>
                  <a:srgbClr val="AFC7FF"/>
                </a:solidFill>
                <a:latin typeface="Arial"/>
                <a:ea typeface="Arial"/>
                <a:cs typeface="Arial"/>
              </a:defRPr>
            </a:lvl5pPr>
            <a:lvl6pPr>
              <a:defRPr sz="1200" b="1">
                <a:solidFill>
                  <a:srgbClr val="AFC7FF"/>
                </a:solidFill>
                <a:latin typeface="Arial"/>
                <a:ea typeface="Arial"/>
                <a:cs typeface="Arial"/>
              </a:defRPr>
            </a:lvl6pPr>
            <a:lvl7pPr>
              <a:defRPr sz="1200" b="1">
                <a:solidFill>
                  <a:srgbClr val="AFC7FF"/>
                </a:solidFill>
                <a:latin typeface="Arial"/>
                <a:ea typeface="Arial"/>
                <a:cs typeface="Arial"/>
              </a:defRPr>
            </a:lvl7pPr>
            <a:lvl8pPr>
              <a:defRPr sz="1200" b="1">
                <a:solidFill>
                  <a:srgbClr val="AFC7FF"/>
                </a:solidFill>
                <a:latin typeface="Arial"/>
                <a:ea typeface="Arial"/>
                <a:cs typeface="Arial"/>
              </a:defRPr>
            </a:lvl8pPr>
            <a:lvl9pPr>
              <a:defRPr sz="1200" b="1">
                <a:solidFill>
                  <a:srgbClr val="AFC7FF"/>
                </a:solidFill>
                <a:latin typeface="Arial"/>
                <a:ea typeface="Arial"/>
                <a:cs typeface="Arial"/>
              </a:defRPr>
            </a:lvl9pPr>
          </a:lstStyle>
          <a:p>
            <a:pPr>
              <a:defRPr sz="1200" b="1">
                <a:solidFill>
                  <a:srgbClr val="AFC7FF"/>
                </a:solidFill>
                <a:latin typeface="Arial"/>
                <a:ea typeface="Arial"/>
                <a:cs typeface="Arial"/>
              </a:defRPr>
            </a:pPr>
            <a:r>
              <a:rPr sz="1200" b="1">
                <a:solidFill>
                  <a:srgbClr val="AFC7FF"/>
                </a:solidFill>
                <a:latin typeface="Arial"/>
                <a:ea typeface="Arial"/>
                <a:cs typeface="Arial"/>
              </a:rPr>
              <a:t>PROJEKTU NEDĒĻA</a:t>
            </a:r>
          </a:p>
        </p:txBody>
      </p:sp>
      <p:sp>
        <p:nvSpPr>
          <p:cNvPr id="3" name="cover-title">
            <a:extLst>
              <a:ext uri="{FF2B5EF4-FFF2-40B4-BE49-F238E27FC236}">
                <a16:creationId xmlns:a16="http://schemas.microsoft.com/office/drawing/2014/main" id="{5FE141FB-87E3-41A1-A444-EAAEDDE1A119}"/>
              </a:ext>
            </a:extLst>
          </p:cNvPr>
          <p:cNvSpPr>
            <a:spLocks noGrp="1"/>
          </p:cNvSpPr>
          <p:nvPr/>
        </p:nvSpPr>
        <p:spPr>
          <a:xfrm>
            <a:off x="704850" y="1771650"/>
            <a:ext cx="4476750" cy="781050"/>
          </a:xfrm>
          <a:prstGeom prst="rect">
            <a:avLst/>
          </a:prstGeom>
          <a:noFill/>
          <a:ln w="0">
            <a:noFill/>
            <a:prstDash val="solid"/>
          </a:ln>
        </p:spPr>
        <p:txBody>
          <a:bodyPr lIns="0" tIns="0" rIns="0" bIns="0"/>
          <a:lstStyle>
            <a:defPPr>
              <a:defRPr sz="4200" b="1">
                <a:solidFill>
                  <a:srgbClr val="FFFFFF"/>
                </a:solidFill>
                <a:latin typeface="Arial"/>
                <a:ea typeface="Arial"/>
                <a:cs typeface="Arial"/>
              </a:defRPr>
            </a:defPPr>
            <a:lvl1pPr>
              <a:defRPr sz="4200" b="1">
                <a:solidFill>
                  <a:srgbClr val="FFFFFF"/>
                </a:solidFill>
                <a:latin typeface="Arial"/>
                <a:ea typeface="Arial"/>
                <a:cs typeface="Arial"/>
              </a:defRPr>
            </a:lvl1pPr>
            <a:lvl2pPr>
              <a:defRPr sz="4200" b="1">
                <a:solidFill>
                  <a:srgbClr val="FFFFFF"/>
                </a:solidFill>
                <a:latin typeface="Arial"/>
                <a:ea typeface="Arial"/>
                <a:cs typeface="Arial"/>
              </a:defRPr>
            </a:lvl2pPr>
            <a:lvl3pPr>
              <a:defRPr sz="4200" b="1">
                <a:solidFill>
                  <a:srgbClr val="FFFFFF"/>
                </a:solidFill>
                <a:latin typeface="Arial"/>
                <a:ea typeface="Arial"/>
                <a:cs typeface="Arial"/>
              </a:defRPr>
            </a:lvl3pPr>
            <a:lvl4pPr>
              <a:defRPr sz="4200" b="1">
                <a:solidFill>
                  <a:srgbClr val="FFFFFF"/>
                </a:solidFill>
                <a:latin typeface="Arial"/>
                <a:ea typeface="Arial"/>
                <a:cs typeface="Arial"/>
              </a:defRPr>
            </a:lvl4pPr>
            <a:lvl5pPr>
              <a:defRPr sz="4200" b="1">
                <a:solidFill>
                  <a:srgbClr val="FFFFFF"/>
                </a:solidFill>
                <a:latin typeface="Arial"/>
                <a:ea typeface="Arial"/>
                <a:cs typeface="Arial"/>
              </a:defRPr>
            </a:lvl5pPr>
            <a:lvl6pPr>
              <a:defRPr sz="4200" b="1">
                <a:solidFill>
                  <a:srgbClr val="FFFFFF"/>
                </a:solidFill>
                <a:latin typeface="Arial"/>
                <a:ea typeface="Arial"/>
                <a:cs typeface="Arial"/>
              </a:defRPr>
            </a:lvl6pPr>
            <a:lvl7pPr>
              <a:defRPr sz="4200" b="1">
                <a:solidFill>
                  <a:srgbClr val="FFFFFF"/>
                </a:solidFill>
                <a:latin typeface="Arial"/>
                <a:ea typeface="Arial"/>
                <a:cs typeface="Arial"/>
              </a:defRPr>
            </a:lvl7pPr>
            <a:lvl8pPr>
              <a:defRPr sz="4200" b="1">
                <a:solidFill>
                  <a:srgbClr val="FFFFFF"/>
                </a:solidFill>
                <a:latin typeface="Arial"/>
                <a:ea typeface="Arial"/>
                <a:cs typeface="Arial"/>
              </a:defRPr>
            </a:lvl8pPr>
            <a:lvl9pPr>
              <a:defRPr sz="4200" b="1">
                <a:solidFill>
                  <a:srgbClr val="FFFFFF"/>
                </a:solidFill>
                <a:latin typeface="Arial"/>
                <a:ea typeface="Arial"/>
                <a:cs typeface="Arial"/>
              </a:defRPr>
            </a:lvl9pPr>
          </a:lstStyle>
          <a:p>
            <a:pPr>
              <a:defRPr sz="4200" b="1">
                <a:solidFill>
                  <a:srgbClr val="FFFFFF"/>
                </a:solidFill>
                <a:latin typeface="Arial"/>
                <a:ea typeface="Arial"/>
                <a:cs typeface="Arial"/>
              </a:defRPr>
            </a:pPr>
            <a:r>
              <a:rPr sz="4200" b="1">
                <a:solidFill>
                  <a:srgbClr val="FFFFFF"/>
                </a:solidFill>
                <a:latin typeface="Arial"/>
                <a:ea typeface="Arial"/>
                <a:cs typeface="Arial"/>
              </a:rPr>
              <a:t>CSDD teorija</a:t>
            </a:r>
          </a:p>
        </p:txBody>
      </p:sp>
      <p:sp>
        <p:nvSpPr>
          <p:cNvPr id="4" name="cover-subtitle">
            <a:extLst>
              <a:ext uri="{FF2B5EF4-FFF2-40B4-BE49-F238E27FC236}">
                <a16:creationId xmlns:a16="http://schemas.microsoft.com/office/drawing/2014/main" id="{2D7E993A-8F1A-401D-A95D-565A3CFD776B}"/>
              </a:ext>
            </a:extLst>
          </p:cNvPr>
          <p:cNvSpPr>
            <a:spLocks noGrp="1"/>
          </p:cNvSpPr>
          <p:nvPr/>
        </p:nvSpPr>
        <p:spPr>
          <a:xfrm>
            <a:off x="723900" y="2686050"/>
            <a:ext cx="4191000" cy="857250"/>
          </a:xfrm>
          <a:prstGeom prst="rect">
            <a:avLst/>
          </a:prstGeom>
          <a:noFill/>
          <a:ln w="0">
            <a:noFill/>
            <a:prstDash val="solid"/>
          </a:ln>
        </p:spPr>
        <p:txBody>
          <a:bodyPr lIns="0" tIns="0" rIns="0" bIns="0"/>
          <a:lstStyle>
            <a:defPPr>
              <a:defRPr sz="1950">
                <a:solidFill>
                  <a:srgbClr val="D8E2F3"/>
                </a:solidFill>
                <a:latin typeface="Arial"/>
                <a:ea typeface="Arial"/>
                <a:cs typeface="Arial"/>
              </a:defRPr>
            </a:defPPr>
            <a:lvl1pPr>
              <a:defRPr sz="1950">
                <a:solidFill>
                  <a:srgbClr val="D8E2F3"/>
                </a:solidFill>
                <a:latin typeface="Arial"/>
                <a:ea typeface="Arial"/>
                <a:cs typeface="Arial"/>
              </a:defRPr>
            </a:lvl1pPr>
            <a:lvl2pPr>
              <a:defRPr sz="1950">
                <a:solidFill>
                  <a:srgbClr val="D8E2F3"/>
                </a:solidFill>
                <a:latin typeface="Arial"/>
                <a:ea typeface="Arial"/>
                <a:cs typeface="Arial"/>
              </a:defRPr>
            </a:lvl2pPr>
            <a:lvl3pPr>
              <a:defRPr sz="1950">
                <a:solidFill>
                  <a:srgbClr val="D8E2F3"/>
                </a:solidFill>
                <a:latin typeface="Arial"/>
                <a:ea typeface="Arial"/>
                <a:cs typeface="Arial"/>
              </a:defRPr>
            </a:lvl3pPr>
            <a:lvl4pPr>
              <a:defRPr sz="1950">
                <a:solidFill>
                  <a:srgbClr val="D8E2F3"/>
                </a:solidFill>
                <a:latin typeface="Arial"/>
                <a:ea typeface="Arial"/>
                <a:cs typeface="Arial"/>
              </a:defRPr>
            </a:lvl4pPr>
            <a:lvl5pPr>
              <a:defRPr sz="1950">
                <a:solidFill>
                  <a:srgbClr val="D8E2F3"/>
                </a:solidFill>
                <a:latin typeface="Arial"/>
                <a:ea typeface="Arial"/>
                <a:cs typeface="Arial"/>
              </a:defRPr>
            </a:lvl5pPr>
            <a:lvl6pPr>
              <a:defRPr sz="1950">
                <a:solidFill>
                  <a:srgbClr val="D8E2F3"/>
                </a:solidFill>
                <a:latin typeface="Arial"/>
                <a:ea typeface="Arial"/>
                <a:cs typeface="Arial"/>
              </a:defRPr>
            </a:lvl6pPr>
            <a:lvl7pPr>
              <a:defRPr sz="1950">
                <a:solidFill>
                  <a:srgbClr val="D8E2F3"/>
                </a:solidFill>
                <a:latin typeface="Arial"/>
                <a:ea typeface="Arial"/>
                <a:cs typeface="Arial"/>
              </a:defRPr>
            </a:lvl7pPr>
            <a:lvl8pPr>
              <a:defRPr sz="1950">
                <a:solidFill>
                  <a:srgbClr val="D8E2F3"/>
                </a:solidFill>
                <a:latin typeface="Arial"/>
                <a:ea typeface="Arial"/>
                <a:cs typeface="Arial"/>
              </a:defRPr>
            </a:lvl8pPr>
            <a:lvl9pPr>
              <a:defRPr sz="1950">
                <a:solidFill>
                  <a:srgbClr val="D8E2F3"/>
                </a:solidFill>
                <a:latin typeface="Arial"/>
                <a:ea typeface="Arial"/>
                <a:cs typeface="Arial"/>
              </a:defRPr>
            </a:lvl9pPr>
          </a:lstStyle>
          <a:p>
            <a:pPr>
              <a:defRPr sz="1950">
                <a:solidFill>
                  <a:srgbClr val="D8E2F3"/>
                </a:solidFill>
                <a:latin typeface="Arial"/>
                <a:ea typeface="Arial"/>
                <a:cs typeface="Arial"/>
              </a:defRPr>
            </a:pPr>
            <a:r>
              <a:rPr sz="1950" dirty="0" err="1">
                <a:solidFill>
                  <a:srgbClr val="D8E2F3"/>
                </a:solidFill>
                <a:latin typeface="Arial"/>
                <a:ea typeface="Arial"/>
                <a:cs typeface="Arial"/>
              </a:rPr>
              <a:t>Digitāls</a:t>
            </a:r>
            <a:r>
              <a:rPr sz="1950" dirty="0">
                <a:solidFill>
                  <a:srgbClr val="D8E2F3"/>
                </a:solidFill>
                <a:latin typeface="Arial"/>
                <a:ea typeface="Arial"/>
                <a:cs typeface="Arial"/>
              </a:rPr>
              <a:t> </a:t>
            </a:r>
            <a:r>
              <a:rPr sz="1950" dirty="0" err="1">
                <a:solidFill>
                  <a:srgbClr val="D8E2F3"/>
                </a:solidFill>
                <a:latin typeface="Arial"/>
                <a:ea typeface="Arial"/>
                <a:cs typeface="Arial"/>
              </a:rPr>
              <a:t>palīgs</a:t>
            </a:r>
            <a:r>
              <a:rPr sz="1950" dirty="0">
                <a:solidFill>
                  <a:srgbClr val="D8E2F3"/>
                </a:solidFill>
                <a:latin typeface="Arial"/>
                <a:ea typeface="Arial"/>
                <a:cs typeface="Arial"/>
              </a:rPr>
              <a:t> B </a:t>
            </a:r>
            <a:r>
              <a:rPr sz="1950" dirty="0" err="1">
                <a:solidFill>
                  <a:srgbClr val="D8E2F3"/>
                </a:solidFill>
                <a:latin typeface="Arial"/>
                <a:ea typeface="Arial"/>
                <a:cs typeface="Arial"/>
              </a:rPr>
              <a:t>kategorijas</a:t>
            </a:r>
            <a:r>
              <a:rPr sz="1950" dirty="0">
                <a:solidFill>
                  <a:srgbClr val="D8E2F3"/>
                </a:solidFill>
                <a:latin typeface="Arial"/>
                <a:ea typeface="Arial"/>
                <a:cs typeface="Arial"/>
              </a:rPr>
              <a:t> </a:t>
            </a:r>
            <a:r>
              <a:rPr sz="1950" dirty="0" err="1">
                <a:solidFill>
                  <a:srgbClr val="D8E2F3"/>
                </a:solidFill>
                <a:latin typeface="Arial"/>
                <a:ea typeface="Arial"/>
                <a:cs typeface="Arial"/>
              </a:rPr>
              <a:t>teorijas</a:t>
            </a:r>
            <a:r>
              <a:rPr sz="1950" dirty="0">
                <a:solidFill>
                  <a:srgbClr val="D8E2F3"/>
                </a:solidFill>
                <a:latin typeface="Arial"/>
                <a:ea typeface="Arial"/>
                <a:cs typeface="Arial"/>
              </a:rPr>
              <a:t> </a:t>
            </a:r>
            <a:r>
              <a:rPr sz="1950" dirty="0" err="1">
                <a:solidFill>
                  <a:srgbClr val="D8E2F3"/>
                </a:solidFill>
                <a:latin typeface="Arial"/>
                <a:ea typeface="Arial"/>
                <a:cs typeface="Arial"/>
              </a:rPr>
              <a:t>apguvei</a:t>
            </a:r>
            <a:endParaRPr sz="1950" dirty="0">
              <a:solidFill>
                <a:srgbClr val="D8E2F3"/>
              </a:solidFill>
              <a:latin typeface="Arial"/>
              <a:ea typeface="Arial"/>
              <a:cs typeface="Arial"/>
            </a:endParaRPr>
          </a:p>
        </p:txBody>
      </p:sp>
      <p:pic>
        <p:nvPicPr>
          <p:cNvPr id="6" name="Picture 5">
            <a:extLst>
              <a:ext uri="{FF2B5EF4-FFF2-40B4-BE49-F238E27FC236}">
                <a16:creationId xmlns:a16="http://schemas.microsoft.com/office/drawing/2014/main" id="{268DC8DA-19C8-4B21-882D-DFBE3B5FCE95}"/>
              </a:ext>
            </a:extLst>
          </p:cNvPr>
          <p:cNvPicPr>
            <a:picLocks noChangeAspect="1"/>
          </p:cNvPicPr>
          <p:nvPr/>
        </p:nvPicPr>
        <p:blipFill>
          <a:blip r:embed="rId3"/>
          <a:srcRect l="2599" r="2599"/>
          <a:stretch>
            <a:fillRect/>
          </a:stretch>
        </p:blipFill>
        <p:spPr>
          <a:xfrm>
            <a:off x="5429250" y="1352550"/>
            <a:ext cx="6096000" cy="3810000"/>
          </a:xfrm>
          <a:prstGeom prst="roundRect">
            <a:avLst>
              <a:gd name="adj" fmla="val 3000"/>
            </a:avLst>
          </a:prstGeom>
        </p:spPr>
      </p:pic>
    </p:spTree>
    <p:extLst>
      <p:ext uri="{BB962C8B-B14F-4D97-AF65-F5344CB8AC3E}">
        <p14:creationId xmlns:p14="http://schemas.microsoft.com/office/powerpoint/2010/main" val="145213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sp>
        <p:nvSpPr>
          <p:cNvPr id="10" name="slide-2-title">
            <a:extLst>
              <a:ext uri="{FF2B5EF4-FFF2-40B4-BE49-F238E27FC236}">
                <a16:creationId xmlns:a16="http://schemas.microsoft.com/office/drawing/2014/main" id="{3E2F9360-B3A4-4F59-8562-9E2E7FDA68AB}"/>
              </a:ext>
            </a:extLst>
          </p:cNvPr>
          <p:cNvSpPr>
            <a:spLocks noGrp="1"/>
          </p:cNvSpPr>
          <p:nvPr/>
        </p:nvSpPr>
        <p:spPr>
          <a:xfrm>
            <a:off x="685800" y="457200"/>
            <a:ext cx="10668000" cy="552450"/>
          </a:xfrm>
          <a:prstGeom prst="rect">
            <a:avLst/>
          </a:prstGeom>
          <a:noFill/>
          <a:ln w="0">
            <a:noFill/>
            <a:prstDash val="solid"/>
          </a:ln>
        </p:spPr>
        <p:txBody>
          <a:bodyPr lIns="0" tIns="0" rIns="0" bIns="0"/>
          <a:lstStyle>
            <a:defPPr>
              <a:defRPr sz="2850" b="1">
                <a:solidFill>
                  <a:srgbClr val="14264A"/>
                </a:solidFill>
                <a:latin typeface="Arial"/>
                <a:ea typeface="Arial"/>
                <a:cs typeface="Arial"/>
              </a:defRPr>
            </a:defPPr>
            <a:lvl1pPr>
              <a:defRPr sz="2850" b="1">
                <a:solidFill>
                  <a:srgbClr val="14264A"/>
                </a:solidFill>
                <a:latin typeface="Arial"/>
                <a:ea typeface="Arial"/>
                <a:cs typeface="Arial"/>
              </a:defRPr>
            </a:lvl1pPr>
            <a:lvl2pPr>
              <a:defRPr sz="2850" b="1">
                <a:solidFill>
                  <a:srgbClr val="14264A"/>
                </a:solidFill>
                <a:latin typeface="Arial"/>
                <a:ea typeface="Arial"/>
                <a:cs typeface="Arial"/>
              </a:defRPr>
            </a:lvl2pPr>
            <a:lvl3pPr>
              <a:defRPr sz="2850" b="1">
                <a:solidFill>
                  <a:srgbClr val="14264A"/>
                </a:solidFill>
                <a:latin typeface="Arial"/>
                <a:ea typeface="Arial"/>
                <a:cs typeface="Arial"/>
              </a:defRPr>
            </a:lvl3pPr>
            <a:lvl4pPr>
              <a:defRPr sz="2850" b="1">
                <a:solidFill>
                  <a:srgbClr val="14264A"/>
                </a:solidFill>
                <a:latin typeface="Arial"/>
                <a:ea typeface="Arial"/>
                <a:cs typeface="Arial"/>
              </a:defRPr>
            </a:lvl4pPr>
            <a:lvl5pPr>
              <a:defRPr sz="2850" b="1">
                <a:solidFill>
                  <a:srgbClr val="14264A"/>
                </a:solidFill>
                <a:latin typeface="Arial"/>
                <a:ea typeface="Arial"/>
                <a:cs typeface="Arial"/>
              </a:defRPr>
            </a:lvl5pPr>
            <a:lvl6pPr>
              <a:defRPr sz="2850" b="1">
                <a:solidFill>
                  <a:srgbClr val="14264A"/>
                </a:solidFill>
                <a:latin typeface="Arial"/>
                <a:ea typeface="Arial"/>
                <a:cs typeface="Arial"/>
              </a:defRPr>
            </a:lvl6pPr>
            <a:lvl7pPr>
              <a:defRPr sz="2850" b="1">
                <a:solidFill>
                  <a:srgbClr val="14264A"/>
                </a:solidFill>
                <a:latin typeface="Arial"/>
                <a:ea typeface="Arial"/>
                <a:cs typeface="Arial"/>
              </a:defRPr>
            </a:lvl7pPr>
            <a:lvl8pPr>
              <a:defRPr sz="2850" b="1">
                <a:solidFill>
                  <a:srgbClr val="14264A"/>
                </a:solidFill>
                <a:latin typeface="Arial"/>
                <a:ea typeface="Arial"/>
                <a:cs typeface="Arial"/>
              </a:defRPr>
            </a:lvl8pPr>
            <a:lvl9pPr>
              <a:defRPr sz="2850" b="1">
                <a:solidFill>
                  <a:srgbClr val="14264A"/>
                </a:solidFill>
                <a:latin typeface="Arial"/>
                <a:ea typeface="Arial"/>
                <a:cs typeface="Arial"/>
              </a:defRPr>
            </a:lvl9pPr>
          </a:lstStyle>
          <a:p>
            <a:pPr>
              <a:defRPr sz="2850" b="1">
                <a:solidFill>
                  <a:srgbClr val="14264A"/>
                </a:solidFill>
                <a:latin typeface="Arial"/>
                <a:ea typeface="Arial"/>
                <a:cs typeface="Arial"/>
              </a:defRPr>
            </a:pPr>
            <a:r>
              <a:rPr sz="2850" b="1">
                <a:solidFill>
                  <a:srgbClr val="14264A"/>
                </a:solidFill>
                <a:latin typeface="Arial"/>
                <a:ea typeface="Arial"/>
                <a:cs typeface="Arial"/>
              </a:rPr>
              <a:t>Mācību mērķis</a:t>
            </a:r>
          </a:p>
        </p:txBody>
      </p:sp>
      <p:sp>
        <p:nvSpPr>
          <p:cNvPr id="2" name="slide-2-accent">
            <a:extLst>
              <a:ext uri="{FF2B5EF4-FFF2-40B4-BE49-F238E27FC236}">
                <a16:creationId xmlns:a16="http://schemas.microsoft.com/office/drawing/2014/main" id="{9604C0B4-503D-4633-9D50-E07169CF5D5C}"/>
              </a:ext>
            </a:extLst>
          </p:cNvPr>
          <p:cNvSpPr>
            <a:spLocks noGrp="1"/>
          </p:cNvSpPr>
          <p:nvPr/>
        </p:nvSpPr>
        <p:spPr>
          <a:xfrm>
            <a:off x="685800" y="1152525"/>
            <a:ext cx="609600" cy="47625"/>
          </a:xfrm>
          <a:prstGeom prst="rect">
            <a:avLst/>
          </a:prstGeom>
          <a:solidFill>
            <a:srgbClr val="2B63E5"/>
          </a:solidFill>
          <a:ln w="0">
            <a:noFill/>
            <a:prstDash val="solid"/>
          </a:ln>
        </p:spPr>
        <p:txBody>
          <a:bodyPr/>
          <a:lstStyle/>
          <a:p>
            <a:endParaRPr lang="en-LV"/>
          </a:p>
        </p:txBody>
      </p:sp>
      <p:sp>
        <p:nvSpPr>
          <p:cNvPr id="4" name="goal-statement">
            <a:extLst>
              <a:ext uri="{FF2B5EF4-FFF2-40B4-BE49-F238E27FC236}">
                <a16:creationId xmlns:a16="http://schemas.microsoft.com/office/drawing/2014/main" id="{78707301-ED8D-460B-9949-2E000592B7A7}"/>
              </a:ext>
            </a:extLst>
          </p:cNvPr>
          <p:cNvSpPr>
            <a:spLocks noGrp="1"/>
          </p:cNvSpPr>
          <p:nvPr/>
        </p:nvSpPr>
        <p:spPr>
          <a:xfrm>
            <a:off x="685800" y="1657350"/>
            <a:ext cx="5810250" cy="1952625"/>
          </a:xfrm>
          <a:prstGeom prst="rect">
            <a:avLst/>
          </a:prstGeom>
          <a:noFill/>
          <a:ln w="0">
            <a:noFill/>
            <a:prstDash val="solid"/>
          </a:ln>
        </p:spPr>
        <p:txBody>
          <a:bodyPr lIns="0" tIns="0" rIns="0" bIns="0"/>
          <a:lstStyle>
            <a:defPPr>
              <a:defRPr sz="3225" b="1">
                <a:solidFill>
                  <a:srgbClr val="14264A"/>
                </a:solidFill>
                <a:latin typeface="Arial"/>
                <a:ea typeface="Arial"/>
                <a:cs typeface="Arial"/>
              </a:defRPr>
            </a:defPPr>
            <a:lvl1pPr>
              <a:defRPr sz="3225" b="1">
                <a:solidFill>
                  <a:srgbClr val="14264A"/>
                </a:solidFill>
                <a:latin typeface="Arial"/>
                <a:ea typeface="Arial"/>
                <a:cs typeface="Arial"/>
              </a:defRPr>
            </a:lvl1pPr>
            <a:lvl2pPr>
              <a:defRPr sz="3225" b="1">
                <a:solidFill>
                  <a:srgbClr val="14264A"/>
                </a:solidFill>
                <a:latin typeface="Arial"/>
                <a:ea typeface="Arial"/>
                <a:cs typeface="Arial"/>
              </a:defRPr>
            </a:lvl2pPr>
            <a:lvl3pPr>
              <a:defRPr sz="3225" b="1">
                <a:solidFill>
                  <a:srgbClr val="14264A"/>
                </a:solidFill>
                <a:latin typeface="Arial"/>
                <a:ea typeface="Arial"/>
                <a:cs typeface="Arial"/>
              </a:defRPr>
            </a:lvl3pPr>
            <a:lvl4pPr>
              <a:defRPr sz="3225" b="1">
                <a:solidFill>
                  <a:srgbClr val="14264A"/>
                </a:solidFill>
                <a:latin typeface="Arial"/>
                <a:ea typeface="Arial"/>
                <a:cs typeface="Arial"/>
              </a:defRPr>
            </a:lvl4pPr>
            <a:lvl5pPr>
              <a:defRPr sz="3225" b="1">
                <a:solidFill>
                  <a:srgbClr val="14264A"/>
                </a:solidFill>
                <a:latin typeface="Arial"/>
                <a:ea typeface="Arial"/>
                <a:cs typeface="Arial"/>
              </a:defRPr>
            </a:lvl5pPr>
            <a:lvl6pPr>
              <a:defRPr sz="3225" b="1">
                <a:solidFill>
                  <a:srgbClr val="14264A"/>
                </a:solidFill>
                <a:latin typeface="Arial"/>
                <a:ea typeface="Arial"/>
                <a:cs typeface="Arial"/>
              </a:defRPr>
            </a:lvl6pPr>
            <a:lvl7pPr>
              <a:defRPr sz="3225" b="1">
                <a:solidFill>
                  <a:srgbClr val="14264A"/>
                </a:solidFill>
                <a:latin typeface="Arial"/>
                <a:ea typeface="Arial"/>
                <a:cs typeface="Arial"/>
              </a:defRPr>
            </a:lvl7pPr>
            <a:lvl8pPr>
              <a:defRPr sz="3225" b="1">
                <a:solidFill>
                  <a:srgbClr val="14264A"/>
                </a:solidFill>
                <a:latin typeface="Arial"/>
                <a:ea typeface="Arial"/>
                <a:cs typeface="Arial"/>
              </a:defRPr>
            </a:lvl8pPr>
            <a:lvl9pPr>
              <a:defRPr sz="3225" b="1">
                <a:solidFill>
                  <a:srgbClr val="14264A"/>
                </a:solidFill>
                <a:latin typeface="Arial"/>
                <a:ea typeface="Arial"/>
                <a:cs typeface="Arial"/>
              </a:defRPr>
            </a:lvl9pPr>
          </a:lstStyle>
          <a:p>
            <a:pPr>
              <a:defRPr sz="3225" b="1">
                <a:solidFill>
                  <a:srgbClr val="14264A"/>
                </a:solidFill>
                <a:latin typeface="Arial"/>
                <a:ea typeface="Arial"/>
                <a:cs typeface="Arial"/>
              </a:defRPr>
            </a:pPr>
            <a:r>
              <a:rPr sz="3225" b="1">
                <a:solidFill>
                  <a:srgbClr val="14264A"/>
                </a:solidFill>
                <a:latin typeface="Arial"/>
                <a:ea typeface="Arial"/>
                <a:cs typeface="Arial"/>
              </a:rPr>
              <a:t>Vienā vietā atkārtot teoriju un pārbaudīt savas zināšanas.</a:t>
            </a:r>
          </a:p>
        </p:txBody>
      </p:sp>
      <p:sp>
        <p:nvSpPr>
          <p:cNvPr id="5" name="goal-divider">
            <a:extLst>
              <a:ext uri="{FF2B5EF4-FFF2-40B4-BE49-F238E27FC236}">
                <a16:creationId xmlns:a16="http://schemas.microsoft.com/office/drawing/2014/main" id="{336E21B1-5CCA-4C1D-B279-F03CF3E33B00}"/>
              </a:ext>
            </a:extLst>
          </p:cNvPr>
          <p:cNvSpPr>
            <a:spLocks noGrp="1"/>
          </p:cNvSpPr>
          <p:nvPr/>
        </p:nvSpPr>
        <p:spPr>
          <a:xfrm>
            <a:off x="6991350" y="1676400"/>
            <a:ext cx="38100" cy="3238500"/>
          </a:xfrm>
          <a:prstGeom prst="rect">
            <a:avLst/>
          </a:prstGeom>
          <a:solidFill>
            <a:srgbClr val="2B63E5"/>
          </a:solidFill>
          <a:ln w="0">
            <a:noFill/>
            <a:prstDash val="solid"/>
          </a:ln>
        </p:spPr>
        <p:txBody>
          <a:bodyPr/>
          <a:lstStyle/>
          <a:p>
            <a:endParaRPr lang="en-LV"/>
          </a:p>
        </p:txBody>
      </p:sp>
      <p:sp>
        <p:nvSpPr>
          <p:cNvPr id="6" name="goal-label">
            <a:extLst>
              <a:ext uri="{FF2B5EF4-FFF2-40B4-BE49-F238E27FC236}">
                <a16:creationId xmlns:a16="http://schemas.microsoft.com/office/drawing/2014/main" id="{9FFDCE3E-5DD7-4413-81E7-91D4CE47CC0E}"/>
              </a:ext>
            </a:extLst>
          </p:cNvPr>
          <p:cNvSpPr>
            <a:spLocks noGrp="1"/>
          </p:cNvSpPr>
          <p:nvPr/>
        </p:nvSpPr>
        <p:spPr>
          <a:xfrm>
            <a:off x="7372350" y="1724025"/>
            <a:ext cx="2857500" cy="247650"/>
          </a:xfrm>
          <a:prstGeom prst="rect">
            <a:avLst/>
          </a:prstGeom>
          <a:noFill/>
          <a:ln w="0">
            <a:noFill/>
            <a:prstDash val="solid"/>
          </a:ln>
        </p:spPr>
        <p:txBody>
          <a:bodyPr lIns="0" tIns="0" rIns="0" bIns="0"/>
          <a:lstStyle>
            <a:defPPr>
              <a:defRPr sz="1125" b="1">
                <a:solidFill>
                  <a:srgbClr val="2B63E5"/>
                </a:solidFill>
                <a:latin typeface="Arial"/>
                <a:ea typeface="Arial"/>
                <a:cs typeface="Arial"/>
              </a:defRPr>
            </a:defPPr>
            <a:lvl1pPr>
              <a:defRPr sz="1125" b="1">
                <a:solidFill>
                  <a:srgbClr val="2B63E5"/>
                </a:solidFill>
                <a:latin typeface="Arial"/>
                <a:ea typeface="Arial"/>
                <a:cs typeface="Arial"/>
              </a:defRPr>
            </a:lvl1pPr>
            <a:lvl2pPr>
              <a:defRPr sz="1125" b="1">
                <a:solidFill>
                  <a:srgbClr val="2B63E5"/>
                </a:solidFill>
                <a:latin typeface="Arial"/>
                <a:ea typeface="Arial"/>
                <a:cs typeface="Arial"/>
              </a:defRPr>
            </a:lvl2pPr>
            <a:lvl3pPr>
              <a:defRPr sz="1125" b="1">
                <a:solidFill>
                  <a:srgbClr val="2B63E5"/>
                </a:solidFill>
                <a:latin typeface="Arial"/>
                <a:ea typeface="Arial"/>
                <a:cs typeface="Arial"/>
              </a:defRPr>
            </a:lvl3pPr>
            <a:lvl4pPr>
              <a:defRPr sz="1125" b="1">
                <a:solidFill>
                  <a:srgbClr val="2B63E5"/>
                </a:solidFill>
                <a:latin typeface="Arial"/>
                <a:ea typeface="Arial"/>
                <a:cs typeface="Arial"/>
              </a:defRPr>
            </a:lvl4pPr>
            <a:lvl5pPr>
              <a:defRPr sz="1125" b="1">
                <a:solidFill>
                  <a:srgbClr val="2B63E5"/>
                </a:solidFill>
                <a:latin typeface="Arial"/>
                <a:ea typeface="Arial"/>
                <a:cs typeface="Arial"/>
              </a:defRPr>
            </a:lvl5pPr>
            <a:lvl6pPr>
              <a:defRPr sz="1125" b="1">
                <a:solidFill>
                  <a:srgbClr val="2B63E5"/>
                </a:solidFill>
                <a:latin typeface="Arial"/>
                <a:ea typeface="Arial"/>
                <a:cs typeface="Arial"/>
              </a:defRPr>
            </a:lvl6pPr>
            <a:lvl7pPr>
              <a:defRPr sz="1125" b="1">
                <a:solidFill>
                  <a:srgbClr val="2B63E5"/>
                </a:solidFill>
                <a:latin typeface="Arial"/>
                <a:ea typeface="Arial"/>
                <a:cs typeface="Arial"/>
              </a:defRPr>
            </a:lvl7pPr>
            <a:lvl8pPr>
              <a:defRPr sz="1125" b="1">
                <a:solidFill>
                  <a:srgbClr val="2B63E5"/>
                </a:solidFill>
                <a:latin typeface="Arial"/>
                <a:ea typeface="Arial"/>
                <a:cs typeface="Arial"/>
              </a:defRPr>
            </a:lvl8pPr>
            <a:lvl9pPr>
              <a:defRPr sz="1125" b="1">
                <a:solidFill>
                  <a:srgbClr val="2B63E5"/>
                </a:solidFill>
                <a:latin typeface="Arial"/>
                <a:ea typeface="Arial"/>
                <a:cs typeface="Arial"/>
              </a:defRPr>
            </a:lvl9pPr>
          </a:lstStyle>
          <a:p>
            <a:pPr>
              <a:defRPr sz="1125" b="1">
                <a:solidFill>
                  <a:srgbClr val="2B63E5"/>
                </a:solidFill>
                <a:latin typeface="Arial"/>
                <a:ea typeface="Arial"/>
                <a:cs typeface="Arial"/>
              </a:defRPr>
            </a:pPr>
            <a:r>
              <a:rPr sz="1125" b="1">
                <a:solidFill>
                  <a:srgbClr val="2B63E5"/>
                </a:solidFill>
                <a:latin typeface="Arial"/>
                <a:ea typeface="Arial"/>
                <a:cs typeface="Arial"/>
              </a:rPr>
              <a:t>RISINĀJUMS</a:t>
            </a:r>
          </a:p>
        </p:txBody>
      </p:sp>
      <p:sp>
        <p:nvSpPr>
          <p:cNvPr id="7" name="goal-detail">
            <a:extLst>
              <a:ext uri="{FF2B5EF4-FFF2-40B4-BE49-F238E27FC236}">
                <a16:creationId xmlns:a16="http://schemas.microsoft.com/office/drawing/2014/main" id="{F4F40571-308E-4ED2-820D-C7CFBB70F298}"/>
              </a:ext>
            </a:extLst>
          </p:cNvPr>
          <p:cNvSpPr>
            <a:spLocks noGrp="1"/>
          </p:cNvSpPr>
          <p:nvPr/>
        </p:nvSpPr>
        <p:spPr>
          <a:xfrm>
            <a:off x="7372350" y="2133600"/>
            <a:ext cx="3810000" cy="1562100"/>
          </a:xfrm>
          <a:prstGeom prst="rect">
            <a:avLst/>
          </a:prstGeom>
          <a:noFill/>
          <a:ln w="0">
            <a:noFill/>
            <a:prstDash val="solid"/>
          </a:ln>
        </p:spPr>
        <p:txBody>
          <a:bodyPr lIns="0" tIns="0" rIns="0" bIns="0"/>
          <a:lstStyle>
            <a:defPPr>
              <a:defRPr sz="2025">
                <a:solidFill>
                  <a:srgbClr val="15233D"/>
                </a:solidFill>
                <a:latin typeface="Arial"/>
                <a:ea typeface="Arial"/>
                <a:cs typeface="Arial"/>
              </a:defRPr>
            </a:defPPr>
            <a:lvl1pPr>
              <a:defRPr sz="2025">
                <a:solidFill>
                  <a:srgbClr val="15233D"/>
                </a:solidFill>
                <a:latin typeface="Arial"/>
                <a:ea typeface="Arial"/>
                <a:cs typeface="Arial"/>
              </a:defRPr>
            </a:lvl1pPr>
            <a:lvl2pPr>
              <a:defRPr sz="2025">
                <a:solidFill>
                  <a:srgbClr val="15233D"/>
                </a:solidFill>
                <a:latin typeface="Arial"/>
                <a:ea typeface="Arial"/>
                <a:cs typeface="Arial"/>
              </a:defRPr>
            </a:lvl2pPr>
            <a:lvl3pPr>
              <a:defRPr sz="2025">
                <a:solidFill>
                  <a:srgbClr val="15233D"/>
                </a:solidFill>
                <a:latin typeface="Arial"/>
                <a:ea typeface="Arial"/>
                <a:cs typeface="Arial"/>
              </a:defRPr>
            </a:lvl3pPr>
            <a:lvl4pPr>
              <a:defRPr sz="2025">
                <a:solidFill>
                  <a:srgbClr val="15233D"/>
                </a:solidFill>
                <a:latin typeface="Arial"/>
                <a:ea typeface="Arial"/>
                <a:cs typeface="Arial"/>
              </a:defRPr>
            </a:lvl4pPr>
            <a:lvl5pPr>
              <a:defRPr sz="2025">
                <a:solidFill>
                  <a:srgbClr val="15233D"/>
                </a:solidFill>
                <a:latin typeface="Arial"/>
                <a:ea typeface="Arial"/>
                <a:cs typeface="Arial"/>
              </a:defRPr>
            </a:lvl5pPr>
            <a:lvl6pPr>
              <a:defRPr sz="2025">
                <a:solidFill>
                  <a:srgbClr val="15233D"/>
                </a:solidFill>
                <a:latin typeface="Arial"/>
                <a:ea typeface="Arial"/>
                <a:cs typeface="Arial"/>
              </a:defRPr>
            </a:lvl6pPr>
            <a:lvl7pPr>
              <a:defRPr sz="2025">
                <a:solidFill>
                  <a:srgbClr val="15233D"/>
                </a:solidFill>
                <a:latin typeface="Arial"/>
                <a:ea typeface="Arial"/>
                <a:cs typeface="Arial"/>
              </a:defRPr>
            </a:lvl7pPr>
            <a:lvl8pPr>
              <a:defRPr sz="2025">
                <a:solidFill>
                  <a:srgbClr val="15233D"/>
                </a:solidFill>
                <a:latin typeface="Arial"/>
                <a:ea typeface="Arial"/>
                <a:cs typeface="Arial"/>
              </a:defRPr>
            </a:lvl8pPr>
            <a:lvl9pPr>
              <a:defRPr sz="2025">
                <a:solidFill>
                  <a:srgbClr val="15233D"/>
                </a:solidFill>
                <a:latin typeface="Arial"/>
                <a:ea typeface="Arial"/>
                <a:cs typeface="Arial"/>
              </a:defRPr>
            </a:lvl9pPr>
          </a:lstStyle>
          <a:p>
            <a:pPr>
              <a:defRPr sz="2025">
                <a:solidFill>
                  <a:srgbClr val="15233D"/>
                </a:solidFill>
                <a:latin typeface="Arial"/>
                <a:ea typeface="Arial"/>
                <a:cs typeface="Arial"/>
              </a:defRPr>
            </a:pPr>
            <a:r>
              <a:rPr sz="2025">
                <a:solidFill>
                  <a:srgbClr val="15233D"/>
                </a:solidFill>
                <a:latin typeface="Arial"/>
                <a:ea typeface="Arial"/>
                <a:cs typeface="Arial"/>
              </a:rPr>
              <a:t>Jautājumu bibliotēka ar pārbaudītām atbildēm un treniņrežīmu ļauj mācīties savā tempā.</a:t>
            </a:r>
          </a:p>
        </p:txBody>
      </p:sp>
      <p:sp>
        <p:nvSpPr>
          <p:cNvPr id="8" name="goal-criterion">
            <a:extLst>
              <a:ext uri="{FF2B5EF4-FFF2-40B4-BE49-F238E27FC236}">
                <a16:creationId xmlns:a16="http://schemas.microsoft.com/office/drawing/2014/main" id="{41146B7B-B916-4FAA-8823-CD2777F387E8}"/>
              </a:ext>
            </a:extLst>
          </p:cNvPr>
          <p:cNvSpPr>
            <a:spLocks noGrp="1"/>
          </p:cNvSpPr>
          <p:nvPr/>
        </p:nvSpPr>
        <p:spPr>
          <a:xfrm>
            <a:off x="7372350" y="4105275"/>
            <a:ext cx="3790950" cy="952500"/>
          </a:xfrm>
          <a:prstGeom prst="rect">
            <a:avLst/>
          </a:prstGeom>
          <a:noFill/>
          <a:ln w="0">
            <a:noFill/>
            <a:prstDash val="solid"/>
          </a:ln>
        </p:spPr>
        <p:txBody>
          <a:bodyPr lIns="0" tIns="0" rIns="0" bIns="0"/>
          <a:lstStyle>
            <a:defPPr>
              <a:defRPr sz="1425">
                <a:solidFill>
                  <a:srgbClr val="63748E"/>
                </a:solidFill>
                <a:latin typeface="Arial"/>
                <a:ea typeface="Arial"/>
                <a:cs typeface="Arial"/>
              </a:defRPr>
            </a:defPPr>
            <a:lvl1pPr>
              <a:defRPr sz="1425">
                <a:solidFill>
                  <a:srgbClr val="63748E"/>
                </a:solidFill>
                <a:latin typeface="Arial"/>
                <a:ea typeface="Arial"/>
                <a:cs typeface="Arial"/>
              </a:defRPr>
            </a:lvl1pPr>
            <a:lvl2pPr>
              <a:defRPr sz="1425">
                <a:solidFill>
                  <a:srgbClr val="63748E"/>
                </a:solidFill>
                <a:latin typeface="Arial"/>
                <a:ea typeface="Arial"/>
                <a:cs typeface="Arial"/>
              </a:defRPr>
            </a:lvl2pPr>
            <a:lvl3pPr>
              <a:defRPr sz="1425">
                <a:solidFill>
                  <a:srgbClr val="63748E"/>
                </a:solidFill>
                <a:latin typeface="Arial"/>
                <a:ea typeface="Arial"/>
                <a:cs typeface="Arial"/>
              </a:defRPr>
            </a:lvl3pPr>
            <a:lvl4pPr>
              <a:defRPr sz="1425">
                <a:solidFill>
                  <a:srgbClr val="63748E"/>
                </a:solidFill>
                <a:latin typeface="Arial"/>
                <a:ea typeface="Arial"/>
                <a:cs typeface="Arial"/>
              </a:defRPr>
            </a:lvl4pPr>
            <a:lvl5pPr>
              <a:defRPr sz="1425">
                <a:solidFill>
                  <a:srgbClr val="63748E"/>
                </a:solidFill>
                <a:latin typeface="Arial"/>
                <a:ea typeface="Arial"/>
                <a:cs typeface="Arial"/>
              </a:defRPr>
            </a:lvl5pPr>
            <a:lvl6pPr>
              <a:defRPr sz="1425">
                <a:solidFill>
                  <a:srgbClr val="63748E"/>
                </a:solidFill>
                <a:latin typeface="Arial"/>
                <a:ea typeface="Arial"/>
                <a:cs typeface="Arial"/>
              </a:defRPr>
            </a:lvl6pPr>
            <a:lvl7pPr>
              <a:defRPr sz="1425">
                <a:solidFill>
                  <a:srgbClr val="63748E"/>
                </a:solidFill>
                <a:latin typeface="Arial"/>
                <a:ea typeface="Arial"/>
                <a:cs typeface="Arial"/>
              </a:defRPr>
            </a:lvl7pPr>
            <a:lvl8pPr>
              <a:defRPr sz="1425">
                <a:solidFill>
                  <a:srgbClr val="63748E"/>
                </a:solidFill>
                <a:latin typeface="Arial"/>
                <a:ea typeface="Arial"/>
                <a:cs typeface="Arial"/>
              </a:defRPr>
            </a:lvl8pPr>
            <a:lvl9pPr>
              <a:defRPr sz="1425">
                <a:solidFill>
                  <a:srgbClr val="63748E"/>
                </a:solidFill>
                <a:latin typeface="Arial"/>
                <a:ea typeface="Arial"/>
                <a:cs typeface="Arial"/>
              </a:defRPr>
            </a:lvl9pPr>
          </a:lstStyle>
          <a:p>
            <a:pPr>
              <a:defRPr sz="1425">
                <a:solidFill>
                  <a:srgbClr val="63748E"/>
                </a:solidFill>
                <a:latin typeface="Arial"/>
                <a:ea typeface="Arial"/>
                <a:cs typeface="Arial"/>
              </a:defRPr>
            </a:pPr>
            <a:r>
              <a:rPr sz="1425">
                <a:solidFill>
                  <a:srgbClr val="63748E"/>
                </a:solidFill>
                <a:latin typeface="Arial"/>
                <a:ea typeface="Arial"/>
                <a:cs typeface="Arial"/>
              </a:rPr>
              <a:t>Prototips risina konkrētu vajadzību: sagatavoties CSDD B kategorijas teorijas eksāmenam.</a:t>
            </a:r>
          </a:p>
        </p:txBody>
      </p:sp>
    </p:spTree>
    <p:extLst>
      <p:ext uri="{BB962C8B-B14F-4D97-AF65-F5344CB8AC3E}">
        <p14:creationId xmlns:p14="http://schemas.microsoft.com/office/powerpoint/2010/main" val="1145710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3-title">
            <a:extLst>
              <a:ext uri="{FF2B5EF4-FFF2-40B4-BE49-F238E27FC236}">
                <a16:creationId xmlns:a16="http://schemas.microsoft.com/office/drawing/2014/main" id="{3B2ACB97-62E0-46C1-AE12-81A50AD1245D}"/>
              </a:ext>
            </a:extLst>
          </p:cNvPr>
          <p:cNvSpPr>
            <a:spLocks noGrp="1"/>
          </p:cNvSpPr>
          <p:nvPr/>
        </p:nvSpPr>
        <p:spPr>
          <a:xfrm>
            <a:off x="685800" y="457200"/>
            <a:ext cx="10668000" cy="552450"/>
          </a:xfrm>
          <a:prstGeom prst="rect">
            <a:avLst/>
          </a:prstGeom>
          <a:noFill/>
          <a:ln w="0">
            <a:noFill/>
            <a:prstDash val="solid"/>
          </a:ln>
        </p:spPr>
        <p:txBody>
          <a:bodyPr lIns="0" tIns="0" rIns="0" bIns="0"/>
          <a:lstStyle>
            <a:defPPr>
              <a:defRPr sz="2850" b="1">
                <a:solidFill>
                  <a:srgbClr val="14264A"/>
                </a:solidFill>
                <a:latin typeface="Arial"/>
                <a:ea typeface="Arial"/>
                <a:cs typeface="Arial"/>
              </a:defRPr>
            </a:defPPr>
            <a:lvl1pPr>
              <a:defRPr sz="2850" b="1">
                <a:solidFill>
                  <a:srgbClr val="14264A"/>
                </a:solidFill>
                <a:latin typeface="Arial"/>
                <a:ea typeface="Arial"/>
                <a:cs typeface="Arial"/>
              </a:defRPr>
            </a:lvl1pPr>
            <a:lvl2pPr>
              <a:defRPr sz="2850" b="1">
                <a:solidFill>
                  <a:srgbClr val="14264A"/>
                </a:solidFill>
                <a:latin typeface="Arial"/>
                <a:ea typeface="Arial"/>
                <a:cs typeface="Arial"/>
              </a:defRPr>
            </a:lvl2pPr>
            <a:lvl3pPr>
              <a:defRPr sz="2850" b="1">
                <a:solidFill>
                  <a:srgbClr val="14264A"/>
                </a:solidFill>
                <a:latin typeface="Arial"/>
                <a:ea typeface="Arial"/>
                <a:cs typeface="Arial"/>
              </a:defRPr>
            </a:lvl3pPr>
            <a:lvl4pPr>
              <a:defRPr sz="2850" b="1">
                <a:solidFill>
                  <a:srgbClr val="14264A"/>
                </a:solidFill>
                <a:latin typeface="Arial"/>
                <a:ea typeface="Arial"/>
                <a:cs typeface="Arial"/>
              </a:defRPr>
            </a:lvl4pPr>
            <a:lvl5pPr>
              <a:defRPr sz="2850" b="1">
                <a:solidFill>
                  <a:srgbClr val="14264A"/>
                </a:solidFill>
                <a:latin typeface="Arial"/>
                <a:ea typeface="Arial"/>
                <a:cs typeface="Arial"/>
              </a:defRPr>
            </a:lvl5pPr>
            <a:lvl6pPr>
              <a:defRPr sz="2850" b="1">
                <a:solidFill>
                  <a:srgbClr val="14264A"/>
                </a:solidFill>
                <a:latin typeface="Arial"/>
                <a:ea typeface="Arial"/>
                <a:cs typeface="Arial"/>
              </a:defRPr>
            </a:lvl6pPr>
            <a:lvl7pPr>
              <a:defRPr sz="2850" b="1">
                <a:solidFill>
                  <a:srgbClr val="14264A"/>
                </a:solidFill>
                <a:latin typeface="Arial"/>
                <a:ea typeface="Arial"/>
                <a:cs typeface="Arial"/>
              </a:defRPr>
            </a:lvl7pPr>
            <a:lvl8pPr>
              <a:defRPr sz="2850" b="1">
                <a:solidFill>
                  <a:srgbClr val="14264A"/>
                </a:solidFill>
                <a:latin typeface="Arial"/>
                <a:ea typeface="Arial"/>
                <a:cs typeface="Arial"/>
              </a:defRPr>
            </a:lvl8pPr>
            <a:lvl9pPr>
              <a:defRPr sz="2850" b="1">
                <a:solidFill>
                  <a:srgbClr val="14264A"/>
                </a:solidFill>
                <a:latin typeface="Arial"/>
                <a:ea typeface="Arial"/>
                <a:cs typeface="Arial"/>
              </a:defRPr>
            </a:lvl9pPr>
          </a:lstStyle>
          <a:p>
            <a:pPr>
              <a:defRPr sz="2850" b="1">
                <a:solidFill>
                  <a:srgbClr val="14264A"/>
                </a:solidFill>
                <a:latin typeface="Arial"/>
                <a:ea typeface="Arial"/>
                <a:cs typeface="Arial"/>
              </a:defRPr>
            </a:pPr>
            <a:r>
              <a:rPr sz="2850" b="1">
                <a:solidFill>
                  <a:srgbClr val="14264A"/>
                </a:solidFill>
                <a:latin typeface="Arial"/>
                <a:ea typeface="Arial"/>
                <a:cs typeface="Arial"/>
              </a:rPr>
              <a:t>Jautājumu bibliotēka</a:t>
            </a:r>
          </a:p>
        </p:txBody>
      </p:sp>
      <p:sp>
        <p:nvSpPr>
          <p:cNvPr id="2" name="slide-3-accent">
            <a:extLst>
              <a:ext uri="{FF2B5EF4-FFF2-40B4-BE49-F238E27FC236}">
                <a16:creationId xmlns:a16="http://schemas.microsoft.com/office/drawing/2014/main" id="{6BC88660-E1B5-44B9-8AF4-EDAEF92C11DE}"/>
              </a:ext>
            </a:extLst>
          </p:cNvPr>
          <p:cNvSpPr>
            <a:spLocks noGrp="1"/>
          </p:cNvSpPr>
          <p:nvPr/>
        </p:nvSpPr>
        <p:spPr>
          <a:xfrm>
            <a:off x="685800" y="1152525"/>
            <a:ext cx="609600" cy="47625"/>
          </a:xfrm>
          <a:prstGeom prst="rect">
            <a:avLst/>
          </a:prstGeom>
          <a:solidFill>
            <a:srgbClr val="2B63E5"/>
          </a:solidFill>
          <a:ln w="0">
            <a:noFill/>
            <a:prstDash val="solid"/>
          </a:ln>
        </p:spPr>
        <p:txBody>
          <a:bodyPr/>
          <a:lstStyle/>
          <a:p>
            <a:endParaRPr lang="en-LV"/>
          </a:p>
        </p:txBody>
      </p:sp>
      <p:sp>
        <p:nvSpPr>
          <p:cNvPr id="4" name="library-lede">
            <a:extLst>
              <a:ext uri="{FF2B5EF4-FFF2-40B4-BE49-F238E27FC236}">
                <a16:creationId xmlns:a16="http://schemas.microsoft.com/office/drawing/2014/main" id="{86013966-C322-4193-99DF-5464B61F89B0}"/>
              </a:ext>
            </a:extLst>
          </p:cNvPr>
          <p:cNvSpPr>
            <a:spLocks noGrp="1"/>
          </p:cNvSpPr>
          <p:nvPr/>
        </p:nvSpPr>
        <p:spPr>
          <a:xfrm>
            <a:off x="685800" y="1609725"/>
            <a:ext cx="3429000" cy="857250"/>
          </a:xfrm>
          <a:prstGeom prst="rect">
            <a:avLst/>
          </a:prstGeom>
          <a:noFill/>
          <a:ln w="0">
            <a:noFill/>
            <a:prstDash val="solid"/>
          </a:ln>
        </p:spPr>
        <p:txBody>
          <a:bodyPr lIns="0" tIns="0" rIns="0" bIns="0"/>
          <a:lstStyle>
            <a:defPPr>
              <a:defRPr sz="2400" b="1">
                <a:solidFill>
                  <a:srgbClr val="14264A"/>
                </a:solidFill>
                <a:latin typeface="Arial"/>
                <a:ea typeface="Arial"/>
                <a:cs typeface="Arial"/>
              </a:defRPr>
            </a:defPPr>
            <a:lvl1pPr>
              <a:defRPr sz="2400" b="1">
                <a:solidFill>
                  <a:srgbClr val="14264A"/>
                </a:solidFill>
                <a:latin typeface="Arial"/>
                <a:ea typeface="Arial"/>
                <a:cs typeface="Arial"/>
              </a:defRPr>
            </a:lvl1pPr>
            <a:lvl2pPr>
              <a:defRPr sz="2400" b="1">
                <a:solidFill>
                  <a:srgbClr val="14264A"/>
                </a:solidFill>
                <a:latin typeface="Arial"/>
                <a:ea typeface="Arial"/>
                <a:cs typeface="Arial"/>
              </a:defRPr>
            </a:lvl2pPr>
            <a:lvl3pPr>
              <a:defRPr sz="2400" b="1">
                <a:solidFill>
                  <a:srgbClr val="14264A"/>
                </a:solidFill>
                <a:latin typeface="Arial"/>
                <a:ea typeface="Arial"/>
                <a:cs typeface="Arial"/>
              </a:defRPr>
            </a:lvl3pPr>
            <a:lvl4pPr>
              <a:defRPr sz="2400" b="1">
                <a:solidFill>
                  <a:srgbClr val="14264A"/>
                </a:solidFill>
                <a:latin typeface="Arial"/>
                <a:ea typeface="Arial"/>
                <a:cs typeface="Arial"/>
              </a:defRPr>
            </a:lvl4pPr>
            <a:lvl5pPr>
              <a:defRPr sz="2400" b="1">
                <a:solidFill>
                  <a:srgbClr val="14264A"/>
                </a:solidFill>
                <a:latin typeface="Arial"/>
                <a:ea typeface="Arial"/>
                <a:cs typeface="Arial"/>
              </a:defRPr>
            </a:lvl5pPr>
            <a:lvl6pPr>
              <a:defRPr sz="2400" b="1">
                <a:solidFill>
                  <a:srgbClr val="14264A"/>
                </a:solidFill>
                <a:latin typeface="Arial"/>
                <a:ea typeface="Arial"/>
                <a:cs typeface="Arial"/>
              </a:defRPr>
            </a:lvl6pPr>
            <a:lvl7pPr>
              <a:defRPr sz="2400" b="1">
                <a:solidFill>
                  <a:srgbClr val="14264A"/>
                </a:solidFill>
                <a:latin typeface="Arial"/>
                <a:ea typeface="Arial"/>
                <a:cs typeface="Arial"/>
              </a:defRPr>
            </a:lvl7pPr>
            <a:lvl8pPr>
              <a:defRPr sz="2400" b="1">
                <a:solidFill>
                  <a:srgbClr val="14264A"/>
                </a:solidFill>
                <a:latin typeface="Arial"/>
                <a:ea typeface="Arial"/>
                <a:cs typeface="Arial"/>
              </a:defRPr>
            </a:lvl8pPr>
            <a:lvl9pPr>
              <a:defRPr sz="2400" b="1">
                <a:solidFill>
                  <a:srgbClr val="14264A"/>
                </a:solidFill>
                <a:latin typeface="Arial"/>
                <a:ea typeface="Arial"/>
                <a:cs typeface="Arial"/>
              </a:defRPr>
            </a:lvl9pPr>
          </a:lstStyle>
          <a:p>
            <a:pPr>
              <a:defRPr sz="2400" b="1">
                <a:solidFill>
                  <a:srgbClr val="14264A"/>
                </a:solidFill>
                <a:latin typeface="Arial"/>
                <a:ea typeface="Arial"/>
                <a:cs typeface="Arial"/>
              </a:defRPr>
            </a:pPr>
            <a:r>
              <a:rPr sz="2400" b="1">
                <a:solidFill>
                  <a:srgbClr val="14264A"/>
                </a:solidFill>
                <a:latin typeface="Arial"/>
                <a:ea typeface="Arial"/>
                <a:cs typeface="Arial"/>
              </a:rPr>
              <a:t>Meklē, izlasi un pārbaudi sevi.</a:t>
            </a:r>
          </a:p>
        </p:txBody>
      </p:sp>
      <p:sp>
        <p:nvSpPr>
          <p:cNvPr id="5" name="library-detail-1">
            <a:extLst>
              <a:ext uri="{FF2B5EF4-FFF2-40B4-BE49-F238E27FC236}">
                <a16:creationId xmlns:a16="http://schemas.microsoft.com/office/drawing/2014/main" id="{D0A6612D-22D0-40F8-AE8C-1A3295456E3D}"/>
              </a:ext>
            </a:extLst>
          </p:cNvPr>
          <p:cNvSpPr>
            <a:spLocks noGrp="1"/>
          </p:cNvSpPr>
          <p:nvPr/>
        </p:nvSpPr>
        <p:spPr>
          <a:xfrm>
            <a:off x="685800" y="2676525"/>
            <a:ext cx="3333750" cy="723900"/>
          </a:xfrm>
          <a:prstGeom prst="rect">
            <a:avLst/>
          </a:prstGeom>
          <a:noFill/>
          <a:ln w="0">
            <a:noFill/>
            <a:prstDash val="solid"/>
          </a:ln>
        </p:spPr>
        <p:txBody>
          <a:bodyPr lIns="0" tIns="0" rIns="0" bIns="0"/>
          <a:lstStyle>
            <a:defPPr>
              <a:defRPr sz="1575">
                <a:solidFill>
                  <a:srgbClr val="15233D"/>
                </a:solidFill>
                <a:latin typeface="Arial"/>
                <a:ea typeface="Arial"/>
                <a:cs typeface="Arial"/>
              </a:defRPr>
            </a:defPPr>
            <a:lvl1pPr>
              <a:defRPr sz="1575">
                <a:solidFill>
                  <a:srgbClr val="15233D"/>
                </a:solidFill>
                <a:latin typeface="Arial"/>
                <a:ea typeface="Arial"/>
                <a:cs typeface="Arial"/>
              </a:defRPr>
            </a:lvl1pPr>
            <a:lvl2pPr>
              <a:defRPr sz="1575">
                <a:solidFill>
                  <a:srgbClr val="15233D"/>
                </a:solidFill>
                <a:latin typeface="Arial"/>
                <a:ea typeface="Arial"/>
                <a:cs typeface="Arial"/>
              </a:defRPr>
            </a:lvl2pPr>
            <a:lvl3pPr>
              <a:defRPr sz="1575">
                <a:solidFill>
                  <a:srgbClr val="15233D"/>
                </a:solidFill>
                <a:latin typeface="Arial"/>
                <a:ea typeface="Arial"/>
                <a:cs typeface="Arial"/>
              </a:defRPr>
            </a:lvl3pPr>
            <a:lvl4pPr>
              <a:defRPr sz="1575">
                <a:solidFill>
                  <a:srgbClr val="15233D"/>
                </a:solidFill>
                <a:latin typeface="Arial"/>
                <a:ea typeface="Arial"/>
                <a:cs typeface="Arial"/>
              </a:defRPr>
            </a:lvl4pPr>
            <a:lvl5pPr>
              <a:defRPr sz="1575">
                <a:solidFill>
                  <a:srgbClr val="15233D"/>
                </a:solidFill>
                <a:latin typeface="Arial"/>
                <a:ea typeface="Arial"/>
                <a:cs typeface="Arial"/>
              </a:defRPr>
            </a:lvl5pPr>
            <a:lvl6pPr>
              <a:defRPr sz="1575">
                <a:solidFill>
                  <a:srgbClr val="15233D"/>
                </a:solidFill>
                <a:latin typeface="Arial"/>
                <a:ea typeface="Arial"/>
                <a:cs typeface="Arial"/>
              </a:defRPr>
            </a:lvl6pPr>
            <a:lvl7pPr>
              <a:defRPr sz="1575">
                <a:solidFill>
                  <a:srgbClr val="15233D"/>
                </a:solidFill>
                <a:latin typeface="Arial"/>
                <a:ea typeface="Arial"/>
                <a:cs typeface="Arial"/>
              </a:defRPr>
            </a:lvl7pPr>
            <a:lvl8pPr>
              <a:defRPr sz="1575">
                <a:solidFill>
                  <a:srgbClr val="15233D"/>
                </a:solidFill>
                <a:latin typeface="Arial"/>
                <a:ea typeface="Arial"/>
                <a:cs typeface="Arial"/>
              </a:defRPr>
            </a:lvl8pPr>
            <a:lvl9pPr>
              <a:defRPr sz="1575">
                <a:solidFill>
                  <a:srgbClr val="15233D"/>
                </a:solidFill>
                <a:latin typeface="Arial"/>
                <a:ea typeface="Arial"/>
                <a:cs typeface="Arial"/>
              </a:defRPr>
            </a:lvl9pPr>
          </a:lstStyle>
          <a:p>
            <a:pPr>
              <a:defRPr sz="1575">
                <a:solidFill>
                  <a:srgbClr val="15233D"/>
                </a:solidFill>
                <a:latin typeface="Arial"/>
                <a:ea typeface="Arial"/>
                <a:cs typeface="Arial"/>
              </a:defRPr>
            </a:pPr>
            <a:r>
              <a:rPr sz="1575">
                <a:solidFill>
                  <a:srgbClr val="15233D"/>
                </a:solidFill>
                <a:latin typeface="Arial"/>
                <a:ea typeface="Arial"/>
                <a:cs typeface="Arial"/>
              </a:rPr>
              <a:t>Atbildes režīmā redzamas CSDD pārbaudītās atbildes.</a:t>
            </a:r>
          </a:p>
        </p:txBody>
      </p:sp>
      <p:sp>
        <p:nvSpPr>
          <p:cNvPr id="6" name="library-detail-2">
            <a:extLst>
              <a:ext uri="{FF2B5EF4-FFF2-40B4-BE49-F238E27FC236}">
                <a16:creationId xmlns:a16="http://schemas.microsoft.com/office/drawing/2014/main" id="{C0458A78-0797-4012-A9B0-6295F2B4C240}"/>
              </a:ext>
            </a:extLst>
          </p:cNvPr>
          <p:cNvSpPr>
            <a:spLocks noGrp="1"/>
          </p:cNvSpPr>
          <p:nvPr/>
        </p:nvSpPr>
        <p:spPr>
          <a:xfrm>
            <a:off x="685800" y="3648075"/>
            <a:ext cx="3333750" cy="1000125"/>
          </a:xfrm>
          <a:prstGeom prst="rect">
            <a:avLst/>
          </a:prstGeom>
          <a:noFill/>
          <a:ln w="0">
            <a:noFill/>
            <a:prstDash val="solid"/>
          </a:ln>
        </p:spPr>
        <p:txBody>
          <a:bodyPr lIns="0" tIns="0" rIns="0" bIns="0"/>
          <a:lstStyle>
            <a:defPPr>
              <a:defRPr sz="1575">
                <a:solidFill>
                  <a:srgbClr val="15233D"/>
                </a:solidFill>
                <a:latin typeface="Arial"/>
                <a:ea typeface="Arial"/>
                <a:cs typeface="Arial"/>
              </a:defRPr>
            </a:defPPr>
            <a:lvl1pPr>
              <a:defRPr sz="1575">
                <a:solidFill>
                  <a:srgbClr val="15233D"/>
                </a:solidFill>
                <a:latin typeface="Arial"/>
                <a:ea typeface="Arial"/>
                <a:cs typeface="Arial"/>
              </a:defRPr>
            </a:lvl1pPr>
            <a:lvl2pPr>
              <a:defRPr sz="1575">
                <a:solidFill>
                  <a:srgbClr val="15233D"/>
                </a:solidFill>
                <a:latin typeface="Arial"/>
                <a:ea typeface="Arial"/>
                <a:cs typeface="Arial"/>
              </a:defRPr>
            </a:lvl2pPr>
            <a:lvl3pPr>
              <a:defRPr sz="1575">
                <a:solidFill>
                  <a:srgbClr val="15233D"/>
                </a:solidFill>
                <a:latin typeface="Arial"/>
                <a:ea typeface="Arial"/>
                <a:cs typeface="Arial"/>
              </a:defRPr>
            </a:lvl3pPr>
            <a:lvl4pPr>
              <a:defRPr sz="1575">
                <a:solidFill>
                  <a:srgbClr val="15233D"/>
                </a:solidFill>
                <a:latin typeface="Arial"/>
                <a:ea typeface="Arial"/>
                <a:cs typeface="Arial"/>
              </a:defRPr>
            </a:lvl4pPr>
            <a:lvl5pPr>
              <a:defRPr sz="1575">
                <a:solidFill>
                  <a:srgbClr val="15233D"/>
                </a:solidFill>
                <a:latin typeface="Arial"/>
                <a:ea typeface="Arial"/>
                <a:cs typeface="Arial"/>
              </a:defRPr>
            </a:lvl5pPr>
            <a:lvl6pPr>
              <a:defRPr sz="1575">
                <a:solidFill>
                  <a:srgbClr val="15233D"/>
                </a:solidFill>
                <a:latin typeface="Arial"/>
                <a:ea typeface="Arial"/>
                <a:cs typeface="Arial"/>
              </a:defRPr>
            </a:lvl6pPr>
            <a:lvl7pPr>
              <a:defRPr sz="1575">
                <a:solidFill>
                  <a:srgbClr val="15233D"/>
                </a:solidFill>
                <a:latin typeface="Arial"/>
                <a:ea typeface="Arial"/>
                <a:cs typeface="Arial"/>
              </a:defRPr>
            </a:lvl7pPr>
            <a:lvl8pPr>
              <a:defRPr sz="1575">
                <a:solidFill>
                  <a:srgbClr val="15233D"/>
                </a:solidFill>
                <a:latin typeface="Arial"/>
                <a:ea typeface="Arial"/>
                <a:cs typeface="Arial"/>
              </a:defRPr>
            </a:lvl8pPr>
            <a:lvl9pPr>
              <a:defRPr sz="1575">
                <a:solidFill>
                  <a:srgbClr val="15233D"/>
                </a:solidFill>
                <a:latin typeface="Arial"/>
                <a:ea typeface="Arial"/>
                <a:cs typeface="Arial"/>
              </a:defRPr>
            </a:lvl9pPr>
          </a:lstStyle>
          <a:p>
            <a:pPr>
              <a:defRPr sz="1575">
                <a:solidFill>
                  <a:srgbClr val="15233D"/>
                </a:solidFill>
                <a:latin typeface="Arial"/>
                <a:ea typeface="Arial"/>
                <a:cs typeface="Arial"/>
              </a:defRPr>
            </a:pPr>
            <a:r>
              <a:rPr sz="1575">
                <a:solidFill>
                  <a:srgbClr val="15233D"/>
                </a:solidFill>
                <a:latin typeface="Arial"/>
                <a:ea typeface="Arial"/>
                <a:cs typeface="Arial"/>
              </a:rPr>
              <a:t>Treniņrežīmā izvēlies atbildi pats; pareizā atbilde atklājas pēc izvēles.</a:t>
            </a:r>
          </a:p>
        </p:txBody>
      </p:sp>
      <p:pic>
        <p:nvPicPr>
          <p:cNvPr id="9" name="Picture 8">
            <a:extLst>
              <a:ext uri="{FF2B5EF4-FFF2-40B4-BE49-F238E27FC236}">
                <a16:creationId xmlns:a16="http://schemas.microsoft.com/office/drawing/2014/main" id="{0B39E8DF-DA43-4656-9E01-3BAF6039875A}"/>
              </a:ext>
            </a:extLst>
          </p:cNvPr>
          <p:cNvPicPr>
            <a:picLocks noChangeAspect="1"/>
          </p:cNvPicPr>
          <p:nvPr/>
        </p:nvPicPr>
        <p:blipFill>
          <a:blip r:embed="rId3"/>
          <a:stretch/>
        </p:blipFill>
        <p:spPr>
          <a:xfrm>
            <a:off x="4572000" y="1691368"/>
            <a:ext cx="6934200" cy="4103914"/>
          </a:xfrm>
          <a:prstGeom prst="roundRect">
            <a:avLst>
              <a:gd name="adj" fmla="val 2778"/>
            </a:avLst>
          </a:prstGeom>
        </p:spPr>
      </p:pic>
    </p:spTree>
    <p:extLst>
      <p:ext uri="{BB962C8B-B14F-4D97-AF65-F5344CB8AC3E}">
        <p14:creationId xmlns:p14="http://schemas.microsoft.com/office/powerpoint/2010/main" val="1837624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sp>
        <p:nvSpPr>
          <p:cNvPr id="10" name="slide-4-title">
            <a:extLst>
              <a:ext uri="{FF2B5EF4-FFF2-40B4-BE49-F238E27FC236}">
                <a16:creationId xmlns:a16="http://schemas.microsoft.com/office/drawing/2014/main" id="{40001E48-F871-42AC-BA29-60494EF3D22E}"/>
              </a:ext>
            </a:extLst>
          </p:cNvPr>
          <p:cNvSpPr>
            <a:spLocks noGrp="1"/>
          </p:cNvSpPr>
          <p:nvPr/>
        </p:nvSpPr>
        <p:spPr>
          <a:xfrm>
            <a:off x="685800" y="457200"/>
            <a:ext cx="10668000" cy="552450"/>
          </a:xfrm>
          <a:prstGeom prst="rect">
            <a:avLst/>
          </a:prstGeom>
          <a:noFill/>
          <a:ln w="0">
            <a:noFill/>
            <a:prstDash val="solid"/>
          </a:ln>
        </p:spPr>
        <p:txBody>
          <a:bodyPr lIns="0" tIns="0" rIns="0" bIns="0"/>
          <a:lstStyle>
            <a:defPPr>
              <a:defRPr sz="2850" b="1">
                <a:solidFill>
                  <a:srgbClr val="14264A"/>
                </a:solidFill>
                <a:latin typeface="Arial"/>
                <a:ea typeface="Arial"/>
                <a:cs typeface="Arial"/>
              </a:defRPr>
            </a:defPPr>
            <a:lvl1pPr>
              <a:defRPr sz="2850" b="1">
                <a:solidFill>
                  <a:srgbClr val="14264A"/>
                </a:solidFill>
                <a:latin typeface="Arial"/>
                <a:ea typeface="Arial"/>
                <a:cs typeface="Arial"/>
              </a:defRPr>
            </a:lvl1pPr>
            <a:lvl2pPr>
              <a:defRPr sz="2850" b="1">
                <a:solidFill>
                  <a:srgbClr val="14264A"/>
                </a:solidFill>
                <a:latin typeface="Arial"/>
                <a:ea typeface="Arial"/>
                <a:cs typeface="Arial"/>
              </a:defRPr>
            </a:lvl2pPr>
            <a:lvl3pPr>
              <a:defRPr sz="2850" b="1">
                <a:solidFill>
                  <a:srgbClr val="14264A"/>
                </a:solidFill>
                <a:latin typeface="Arial"/>
                <a:ea typeface="Arial"/>
                <a:cs typeface="Arial"/>
              </a:defRPr>
            </a:lvl3pPr>
            <a:lvl4pPr>
              <a:defRPr sz="2850" b="1">
                <a:solidFill>
                  <a:srgbClr val="14264A"/>
                </a:solidFill>
                <a:latin typeface="Arial"/>
                <a:ea typeface="Arial"/>
                <a:cs typeface="Arial"/>
              </a:defRPr>
            </a:lvl4pPr>
            <a:lvl5pPr>
              <a:defRPr sz="2850" b="1">
                <a:solidFill>
                  <a:srgbClr val="14264A"/>
                </a:solidFill>
                <a:latin typeface="Arial"/>
                <a:ea typeface="Arial"/>
                <a:cs typeface="Arial"/>
              </a:defRPr>
            </a:lvl5pPr>
            <a:lvl6pPr>
              <a:defRPr sz="2850" b="1">
                <a:solidFill>
                  <a:srgbClr val="14264A"/>
                </a:solidFill>
                <a:latin typeface="Arial"/>
                <a:ea typeface="Arial"/>
                <a:cs typeface="Arial"/>
              </a:defRPr>
            </a:lvl6pPr>
            <a:lvl7pPr>
              <a:defRPr sz="2850" b="1">
                <a:solidFill>
                  <a:srgbClr val="14264A"/>
                </a:solidFill>
                <a:latin typeface="Arial"/>
                <a:ea typeface="Arial"/>
                <a:cs typeface="Arial"/>
              </a:defRPr>
            </a:lvl7pPr>
            <a:lvl8pPr>
              <a:defRPr sz="2850" b="1">
                <a:solidFill>
                  <a:srgbClr val="14264A"/>
                </a:solidFill>
                <a:latin typeface="Arial"/>
                <a:ea typeface="Arial"/>
                <a:cs typeface="Arial"/>
              </a:defRPr>
            </a:lvl8pPr>
            <a:lvl9pPr>
              <a:defRPr sz="2850" b="1">
                <a:solidFill>
                  <a:srgbClr val="14264A"/>
                </a:solidFill>
                <a:latin typeface="Arial"/>
                <a:ea typeface="Arial"/>
                <a:cs typeface="Arial"/>
              </a:defRPr>
            </a:lvl9pPr>
          </a:lstStyle>
          <a:p>
            <a:pPr>
              <a:defRPr sz="2850" b="1">
                <a:solidFill>
                  <a:srgbClr val="14264A"/>
                </a:solidFill>
                <a:latin typeface="Arial"/>
                <a:ea typeface="Arial"/>
                <a:cs typeface="Arial"/>
              </a:defRPr>
            </a:pPr>
            <a:r>
              <a:rPr sz="2850" b="1">
                <a:solidFill>
                  <a:srgbClr val="14264A"/>
                </a:solidFill>
                <a:latin typeface="Arial"/>
                <a:ea typeface="Arial"/>
                <a:cs typeface="Arial"/>
              </a:rPr>
              <a:t>Izstrāde, pārbaudes un drošība</a:t>
            </a:r>
          </a:p>
        </p:txBody>
      </p:sp>
      <p:sp>
        <p:nvSpPr>
          <p:cNvPr id="2" name="slide-4-accent">
            <a:extLst>
              <a:ext uri="{FF2B5EF4-FFF2-40B4-BE49-F238E27FC236}">
                <a16:creationId xmlns:a16="http://schemas.microsoft.com/office/drawing/2014/main" id="{A8026A75-7ECD-45D0-B349-04954565702A}"/>
              </a:ext>
            </a:extLst>
          </p:cNvPr>
          <p:cNvSpPr>
            <a:spLocks noGrp="1"/>
          </p:cNvSpPr>
          <p:nvPr/>
        </p:nvSpPr>
        <p:spPr>
          <a:xfrm>
            <a:off x="685800" y="1152525"/>
            <a:ext cx="609600" cy="47625"/>
          </a:xfrm>
          <a:prstGeom prst="rect">
            <a:avLst/>
          </a:prstGeom>
          <a:solidFill>
            <a:srgbClr val="2B63E5"/>
          </a:solidFill>
          <a:ln w="0">
            <a:noFill/>
            <a:prstDash val="solid"/>
          </a:ln>
        </p:spPr>
        <p:txBody>
          <a:bodyPr/>
          <a:lstStyle/>
          <a:p>
            <a:endParaRPr lang="en-LV"/>
          </a:p>
        </p:txBody>
      </p:sp>
      <p:sp>
        <p:nvSpPr>
          <p:cNvPr id="3" name="slide-4-number">
            <a:extLst>
              <a:ext uri="{FF2B5EF4-FFF2-40B4-BE49-F238E27FC236}">
                <a16:creationId xmlns:a16="http://schemas.microsoft.com/office/drawing/2014/main" id="{C9BC1CA8-15C2-4C3E-B3CE-4FCF2093BFB1}"/>
              </a:ext>
            </a:extLst>
          </p:cNvPr>
          <p:cNvSpPr>
            <a:spLocks noGrp="1"/>
          </p:cNvSpPr>
          <p:nvPr/>
        </p:nvSpPr>
        <p:spPr>
          <a:xfrm>
            <a:off x="11049000" y="476250"/>
            <a:ext cx="457200" cy="266700"/>
          </a:xfrm>
          <a:prstGeom prst="rect">
            <a:avLst/>
          </a:prstGeom>
          <a:noFill/>
          <a:ln w="0">
            <a:noFill/>
            <a:prstDash val="solid"/>
          </a:ln>
        </p:spPr>
        <p:txBody>
          <a:bodyPr lIns="0" tIns="0" rIns="0" bIns="0"/>
          <a:lstStyle>
            <a:defPPr algn="r">
              <a:defRPr sz="1125" b="1">
                <a:solidFill>
                  <a:srgbClr val="63748E"/>
                </a:solidFill>
                <a:latin typeface="Arial"/>
                <a:ea typeface="Arial"/>
                <a:cs typeface="Arial"/>
              </a:defRPr>
            </a:defPPr>
            <a:lvl1pPr algn="r">
              <a:defRPr sz="1125" b="1">
                <a:solidFill>
                  <a:srgbClr val="63748E"/>
                </a:solidFill>
                <a:latin typeface="Arial"/>
                <a:ea typeface="Arial"/>
                <a:cs typeface="Arial"/>
              </a:defRPr>
            </a:lvl1pPr>
            <a:lvl2pPr algn="r">
              <a:defRPr sz="1125" b="1">
                <a:solidFill>
                  <a:srgbClr val="63748E"/>
                </a:solidFill>
                <a:latin typeface="Arial"/>
                <a:ea typeface="Arial"/>
                <a:cs typeface="Arial"/>
              </a:defRPr>
            </a:lvl2pPr>
            <a:lvl3pPr algn="r">
              <a:defRPr sz="1125" b="1">
                <a:solidFill>
                  <a:srgbClr val="63748E"/>
                </a:solidFill>
                <a:latin typeface="Arial"/>
                <a:ea typeface="Arial"/>
                <a:cs typeface="Arial"/>
              </a:defRPr>
            </a:lvl3pPr>
            <a:lvl4pPr algn="r">
              <a:defRPr sz="1125" b="1">
                <a:solidFill>
                  <a:srgbClr val="63748E"/>
                </a:solidFill>
                <a:latin typeface="Arial"/>
                <a:ea typeface="Arial"/>
                <a:cs typeface="Arial"/>
              </a:defRPr>
            </a:lvl4pPr>
            <a:lvl5pPr algn="r">
              <a:defRPr sz="1125" b="1">
                <a:solidFill>
                  <a:srgbClr val="63748E"/>
                </a:solidFill>
                <a:latin typeface="Arial"/>
                <a:ea typeface="Arial"/>
                <a:cs typeface="Arial"/>
              </a:defRPr>
            </a:lvl5pPr>
            <a:lvl6pPr algn="r">
              <a:defRPr sz="1125" b="1">
                <a:solidFill>
                  <a:srgbClr val="63748E"/>
                </a:solidFill>
                <a:latin typeface="Arial"/>
                <a:ea typeface="Arial"/>
                <a:cs typeface="Arial"/>
              </a:defRPr>
            </a:lvl6pPr>
            <a:lvl7pPr algn="r">
              <a:defRPr sz="1125" b="1">
                <a:solidFill>
                  <a:srgbClr val="63748E"/>
                </a:solidFill>
                <a:latin typeface="Arial"/>
                <a:ea typeface="Arial"/>
                <a:cs typeface="Arial"/>
              </a:defRPr>
            </a:lvl7pPr>
            <a:lvl8pPr algn="r">
              <a:defRPr sz="1125" b="1">
                <a:solidFill>
                  <a:srgbClr val="63748E"/>
                </a:solidFill>
                <a:latin typeface="Arial"/>
                <a:ea typeface="Arial"/>
                <a:cs typeface="Arial"/>
              </a:defRPr>
            </a:lvl8pPr>
            <a:lvl9pPr algn="r">
              <a:defRPr sz="1125" b="1">
                <a:solidFill>
                  <a:srgbClr val="63748E"/>
                </a:solidFill>
                <a:latin typeface="Arial"/>
                <a:ea typeface="Arial"/>
                <a:cs typeface="Arial"/>
              </a:defRPr>
            </a:lvl9pPr>
          </a:lstStyle>
          <a:p>
            <a:pPr algn="r">
              <a:defRPr sz="1125" b="1">
                <a:solidFill>
                  <a:srgbClr val="63748E"/>
                </a:solidFill>
                <a:latin typeface="Arial"/>
                <a:ea typeface="Arial"/>
                <a:cs typeface="Arial"/>
              </a:defRPr>
            </a:pPr>
            <a:endParaRPr sz="1125" b="1" dirty="0">
              <a:solidFill>
                <a:srgbClr val="63748E"/>
              </a:solidFill>
              <a:latin typeface="Arial"/>
              <a:ea typeface="Arial"/>
              <a:cs typeface="Arial"/>
            </a:endParaRPr>
          </a:p>
        </p:txBody>
      </p:sp>
      <p:pic>
        <p:nvPicPr>
          <p:cNvPr id="4" name="Picture 3">
            <a:extLst>
              <a:ext uri="{FF2B5EF4-FFF2-40B4-BE49-F238E27FC236}">
                <a16:creationId xmlns:a16="http://schemas.microsoft.com/office/drawing/2014/main" id="{B323DB3D-10F4-4C12-940B-734A67D79A94}"/>
              </a:ext>
            </a:extLst>
          </p:cNvPr>
          <p:cNvPicPr>
            <a:picLocks noChangeAspect="1"/>
          </p:cNvPicPr>
          <p:nvPr/>
        </p:nvPicPr>
        <p:blipFill>
          <a:blip r:embed="rId3"/>
          <a:stretch/>
        </p:blipFill>
        <p:spPr>
          <a:xfrm>
            <a:off x="685800" y="1773898"/>
            <a:ext cx="5981700" cy="3548328"/>
          </a:xfrm>
          <a:prstGeom prst="roundRect">
            <a:avLst>
              <a:gd name="adj" fmla="val 2963"/>
            </a:avLst>
          </a:prstGeom>
        </p:spPr>
      </p:pic>
      <p:sp>
        <p:nvSpPr>
          <p:cNvPr id="6" name="engineering-lede">
            <a:extLst>
              <a:ext uri="{FF2B5EF4-FFF2-40B4-BE49-F238E27FC236}">
                <a16:creationId xmlns:a16="http://schemas.microsoft.com/office/drawing/2014/main" id="{BC0064E0-6FE0-48BC-B42B-1E6D030E1D45}"/>
              </a:ext>
            </a:extLst>
          </p:cNvPr>
          <p:cNvSpPr>
            <a:spLocks noGrp="1"/>
          </p:cNvSpPr>
          <p:nvPr/>
        </p:nvSpPr>
        <p:spPr>
          <a:xfrm>
            <a:off x="7181850" y="1666875"/>
            <a:ext cx="4095750" cy="476250"/>
          </a:xfrm>
          <a:prstGeom prst="rect">
            <a:avLst/>
          </a:prstGeom>
          <a:noFill/>
          <a:ln w="0">
            <a:noFill/>
            <a:prstDash val="solid"/>
          </a:ln>
        </p:spPr>
        <p:txBody>
          <a:bodyPr lIns="0" tIns="0" rIns="0" bIns="0"/>
          <a:lstStyle>
            <a:defPPr>
              <a:defRPr sz="2100" b="1">
                <a:solidFill>
                  <a:srgbClr val="14264A"/>
                </a:solidFill>
                <a:latin typeface="Arial"/>
                <a:ea typeface="Arial"/>
                <a:cs typeface="Arial"/>
              </a:defRPr>
            </a:defPPr>
            <a:lvl1pPr>
              <a:defRPr sz="2100" b="1">
                <a:solidFill>
                  <a:srgbClr val="14264A"/>
                </a:solidFill>
                <a:latin typeface="Arial"/>
                <a:ea typeface="Arial"/>
                <a:cs typeface="Arial"/>
              </a:defRPr>
            </a:lvl1pPr>
            <a:lvl2pPr>
              <a:defRPr sz="2100" b="1">
                <a:solidFill>
                  <a:srgbClr val="14264A"/>
                </a:solidFill>
                <a:latin typeface="Arial"/>
                <a:ea typeface="Arial"/>
                <a:cs typeface="Arial"/>
              </a:defRPr>
            </a:lvl2pPr>
            <a:lvl3pPr>
              <a:defRPr sz="2100" b="1">
                <a:solidFill>
                  <a:srgbClr val="14264A"/>
                </a:solidFill>
                <a:latin typeface="Arial"/>
                <a:ea typeface="Arial"/>
                <a:cs typeface="Arial"/>
              </a:defRPr>
            </a:lvl3pPr>
            <a:lvl4pPr>
              <a:defRPr sz="2100" b="1">
                <a:solidFill>
                  <a:srgbClr val="14264A"/>
                </a:solidFill>
                <a:latin typeface="Arial"/>
                <a:ea typeface="Arial"/>
                <a:cs typeface="Arial"/>
              </a:defRPr>
            </a:lvl4pPr>
            <a:lvl5pPr>
              <a:defRPr sz="2100" b="1">
                <a:solidFill>
                  <a:srgbClr val="14264A"/>
                </a:solidFill>
                <a:latin typeface="Arial"/>
                <a:ea typeface="Arial"/>
                <a:cs typeface="Arial"/>
              </a:defRPr>
            </a:lvl5pPr>
            <a:lvl6pPr>
              <a:defRPr sz="2100" b="1">
                <a:solidFill>
                  <a:srgbClr val="14264A"/>
                </a:solidFill>
                <a:latin typeface="Arial"/>
                <a:ea typeface="Arial"/>
                <a:cs typeface="Arial"/>
              </a:defRPr>
            </a:lvl6pPr>
            <a:lvl7pPr>
              <a:defRPr sz="2100" b="1">
                <a:solidFill>
                  <a:srgbClr val="14264A"/>
                </a:solidFill>
                <a:latin typeface="Arial"/>
                <a:ea typeface="Arial"/>
                <a:cs typeface="Arial"/>
              </a:defRPr>
            </a:lvl7pPr>
            <a:lvl8pPr>
              <a:defRPr sz="2100" b="1">
                <a:solidFill>
                  <a:srgbClr val="14264A"/>
                </a:solidFill>
                <a:latin typeface="Arial"/>
                <a:ea typeface="Arial"/>
                <a:cs typeface="Arial"/>
              </a:defRPr>
            </a:lvl8pPr>
            <a:lvl9pPr>
              <a:defRPr sz="2100" b="1">
                <a:solidFill>
                  <a:srgbClr val="14264A"/>
                </a:solidFill>
                <a:latin typeface="Arial"/>
                <a:ea typeface="Arial"/>
                <a:cs typeface="Arial"/>
              </a:defRPr>
            </a:lvl9pPr>
          </a:lstStyle>
          <a:p>
            <a:pPr>
              <a:defRPr sz="2100" b="1">
                <a:solidFill>
                  <a:srgbClr val="14264A"/>
                </a:solidFill>
                <a:latin typeface="Arial"/>
                <a:ea typeface="Arial"/>
                <a:cs typeface="Arial"/>
              </a:defRPr>
            </a:pPr>
            <a:r>
              <a:rPr sz="2100" b="1">
                <a:solidFill>
                  <a:srgbClr val="14264A"/>
                </a:solidFill>
                <a:latin typeface="Arial"/>
                <a:ea typeface="Arial"/>
                <a:cs typeface="Arial"/>
              </a:rPr>
              <a:t>Pārbaudāms darba process</a:t>
            </a:r>
          </a:p>
        </p:txBody>
      </p:sp>
      <p:sp>
        <p:nvSpPr>
          <p:cNvPr id="7" name="engineering-list">
            <a:extLst>
              <a:ext uri="{FF2B5EF4-FFF2-40B4-BE49-F238E27FC236}">
                <a16:creationId xmlns:a16="http://schemas.microsoft.com/office/drawing/2014/main" id="{22F1817B-3B70-4938-B39E-2A526DE2A196}"/>
              </a:ext>
            </a:extLst>
          </p:cNvPr>
          <p:cNvSpPr>
            <a:spLocks noGrp="1"/>
          </p:cNvSpPr>
          <p:nvPr/>
        </p:nvSpPr>
        <p:spPr>
          <a:xfrm>
            <a:off x="7181850" y="2381250"/>
            <a:ext cx="4191000" cy="3190875"/>
          </a:xfrm>
          <a:prstGeom prst="rect">
            <a:avLst/>
          </a:prstGeom>
          <a:noFill/>
          <a:ln w="0">
            <a:noFill/>
            <a:prstDash val="solid"/>
          </a:ln>
        </p:spPr>
        <p:txBody>
          <a:bodyPr lIns="0" tIns="0" rIns="0" bIns="0"/>
          <a:lstStyle>
            <a:defPPr>
              <a:defRPr sz="1425">
                <a:solidFill>
                  <a:srgbClr val="15233D"/>
                </a:solidFill>
                <a:latin typeface="Arial"/>
                <a:ea typeface="Arial"/>
                <a:cs typeface="Arial"/>
              </a:defRPr>
            </a:defPPr>
            <a:lvl1pPr>
              <a:defRPr sz="1425">
                <a:solidFill>
                  <a:srgbClr val="15233D"/>
                </a:solidFill>
                <a:latin typeface="Arial"/>
                <a:ea typeface="Arial"/>
                <a:cs typeface="Arial"/>
              </a:defRPr>
            </a:lvl1pPr>
            <a:lvl2pPr>
              <a:defRPr sz="1425">
                <a:solidFill>
                  <a:srgbClr val="15233D"/>
                </a:solidFill>
                <a:latin typeface="Arial"/>
                <a:ea typeface="Arial"/>
                <a:cs typeface="Arial"/>
              </a:defRPr>
            </a:lvl2pPr>
            <a:lvl3pPr>
              <a:defRPr sz="1425">
                <a:solidFill>
                  <a:srgbClr val="15233D"/>
                </a:solidFill>
                <a:latin typeface="Arial"/>
                <a:ea typeface="Arial"/>
                <a:cs typeface="Arial"/>
              </a:defRPr>
            </a:lvl3pPr>
            <a:lvl4pPr>
              <a:defRPr sz="1425">
                <a:solidFill>
                  <a:srgbClr val="15233D"/>
                </a:solidFill>
                <a:latin typeface="Arial"/>
                <a:ea typeface="Arial"/>
                <a:cs typeface="Arial"/>
              </a:defRPr>
            </a:lvl4pPr>
            <a:lvl5pPr>
              <a:defRPr sz="1425">
                <a:solidFill>
                  <a:srgbClr val="15233D"/>
                </a:solidFill>
                <a:latin typeface="Arial"/>
                <a:ea typeface="Arial"/>
                <a:cs typeface="Arial"/>
              </a:defRPr>
            </a:lvl5pPr>
            <a:lvl6pPr>
              <a:defRPr sz="1425">
                <a:solidFill>
                  <a:srgbClr val="15233D"/>
                </a:solidFill>
                <a:latin typeface="Arial"/>
                <a:ea typeface="Arial"/>
                <a:cs typeface="Arial"/>
              </a:defRPr>
            </a:lvl6pPr>
            <a:lvl7pPr>
              <a:defRPr sz="1425">
                <a:solidFill>
                  <a:srgbClr val="15233D"/>
                </a:solidFill>
                <a:latin typeface="Arial"/>
                <a:ea typeface="Arial"/>
                <a:cs typeface="Arial"/>
              </a:defRPr>
            </a:lvl7pPr>
            <a:lvl8pPr>
              <a:defRPr sz="1425">
                <a:solidFill>
                  <a:srgbClr val="15233D"/>
                </a:solidFill>
                <a:latin typeface="Arial"/>
                <a:ea typeface="Arial"/>
                <a:cs typeface="Arial"/>
              </a:defRPr>
            </a:lvl8pPr>
            <a:lvl9pPr>
              <a:defRPr sz="1425">
                <a:solidFill>
                  <a:srgbClr val="15233D"/>
                </a:solidFill>
                <a:latin typeface="Arial"/>
                <a:ea typeface="Arial"/>
                <a:cs typeface="Arial"/>
              </a:defRPr>
            </a:lvl9pPr>
          </a:lstStyle>
          <a:p>
            <a:pPr>
              <a:defRPr sz="1425">
                <a:solidFill>
                  <a:srgbClr val="15233D"/>
                </a:solidFill>
                <a:latin typeface="Arial"/>
                <a:ea typeface="Arial"/>
                <a:cs typeface="Arial"/>
              </a:defRPr>
            </a:pPr>
            <a:r>
              <a:rPr sz="1425">
                <a:solidFill>
                  <a:srgbClr val="15233D"/>
                </a:solidFill>
                <a:latin typeface="Arial"/>
                <a:ea typeface="Arial"/>
                <a:cs typeface="Arial"/>
              </a:rPr>
              <a:t>• Kods un projekta vēsture glabājas GitHub.</a:t>
            </a:r>
          </a:p>
          <a:p>
            <a:endParaRPr sz="1425">
              <a:solidFill>
                <a:srgbClr val="15233D"/>
              </a:solidFill>
              <a:latin typeface="Arial"/>
              <a:ea typeface="Arial"/>
              <a:cs typeface="Arial"/>
            </a:endParaRPr>
          </a:p>
          <a:p>
            <a:pPr>
              <a:defRPr sz="1425">
                <a:solidFill>
                  <a:srgbClr val="15233D"/>
                </a:solidFill>
                <a:latin typeface="Arial"/>
                <a:ea typeface="Arial"/>
                <a:cs typeface="Arial"/>
              </a:defRPr>
            </a:pPr>
            <a:r>
              <a:rPr sz="1425">
                <a:solidFill>
                  <a:srgbClr val="15233D"/>
                </a:solidFill>
                <a:latin typeface="Arial"/>
                <a:ea typeface="Arial"/>
                <a:cs typeface="Arial"/>
              </a:rPr>
              <a:t>• README apraksta palaišanu un funkcijas.</a:t>
            </a:r>
          </a:p>
          <a:p>
            <a:endParaRPr sz="1425">
              <a:solidFill>
                <a:srgbClr val="15233D"/>
              </a:solidFill>
              <a:latin typeface="Arial"/>
              <a:ea typeface="Arial"/>
              <a:cs typeface="Arial"/>
            </a:endParaRPr>
          </a:p>
          <a:p>
            <a:pPr>
              <a:defRPr sz="1425">
                <a:solidFill>
                  <a:srgbClr val="15233D"/>
                </a:solidFill>
                <a:latin typeface="Arial"/>
                <a:ea typeface="Arial"/>
                <a:cs typeface="Arial"/>
              </a:defRPr>
            </a:pPr>
            <a:r>
              <a:rPr sz="1425">
                <a:solidFill>
                  <a:srgbClr val="15233D"/>
                </a:solidFill>
                <a:latin typeface="Arial"/>
                <a:ea typeface="Arial"/>
                <a:cs typeface="Arial"/>
              </a:rPr>
              <a:t>• Testu faili aptver saskarni, serveri, kontus un kolektoru.</a:t>
            </a:r>
          </a:p>
          <a:p>
            <a:endParaRPr sz="1425">
              <a:solidFill>
                <a:srgbClr val="15233D"/>
              </a:solidFill>
              <a:latin typeface="Arial"/>
              <a:ea typeface="Arial"/>
              <a:cs typeface="Arial"/>
            </a:endParaRPr>
          </a:p>
          <a:p>
            <a:pPr>
              <a:defRPr sz="1425">
                <a:solidFill>
                  <a:srgbClr val="15233D"/>
                </a:solidFill>
                <a:latin typeface="Arial"/>
                <a:ea typeface="Arial"/>
                <a:cs typeface="Arial"/>
              </a:defRPr>
            </a:pPr>
            <a:r>
              <a:rPr sz="1425">
                <a:solidFill>
                  <a:srgbClr val="15233D"/>
                </a:solidFill>
                <a:latin typeface="Arial"/>
                <a:ea typeface="Arial"/>
                <a:cs typeface="Arial"/>
              </a:rPr>
              <a:t>• Pareiza atbilde tiek rādīta tikai pēc pārbaudes CSDD.</a:t>
            </a:r>
          </a:p>
        </p:txBody>
      </p:sp>
    </p:spTree>
    <p:extLst>
      <p:ext uri="{BB962C8B-B14F-4D97-AF65-F5344CB8AC3E}">
        <p14:creationId xmlns:p14="http://schemas.microsoft.com/office/powerpoint/2010/main" val="1812039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5-title">
            <a:extLst>
              <a:ext uri="{FF2B5EF4-FFF2-40B4-BE49-F238E27FC236}">
                <a16:creationId xmlns:a16="http://schemas.microsoft.com/office/drawing/2014/main" id="{B0AFB94A-1E0B-4A99-9A3A-A141CBC161F4}"/>
              </a:ext>
            </a:extLst>
          </p:cNvPr>
          <p:cNvSpPr>
            <a:spLocks noGrp="1"/>
          </p:cNvSpPr>
          <p:nvPr/>
        </p:nvSpPr>
        <p:spPr>
          <a:xfrm>
            <a:off x="685800" y="457200"/>
            <a:ext cx="10668000" cy="552450"/>
          </a:xfrm>
          <a:prstGeom prst="rect">
            <a:avLst/>
          </a:prstGeom>
          <a:noFill/>
          <a:ln w="0">
            <a:noFill/>
            <a:prstDash val="solid"/>
          </a:ln>
        </p:spPr>
        <p:txBody>
          <a:bodyPr lIns="0" tIns="0" rIns="0" bIns="0"/>
          <a:lstStyle>
            <a:defPPr>
              <a:defRPr sz="2850" b="1">
                <a:solidFill>
                  <a:srgbClr val="14264A"/>
                </a:solidFill>
                <a:latin typeface="Arial"/>
                <a:ea typeface="Arial"/>
                <a:cs typeface="Arial"/>
              </a:defRPr>
            </a:defPPr>
            <a:lvl1pPr>
              <a:defRPr sz="2850" b="1">
                <a:solidFill>
                  <a:srgbClr val="14264A"/>
                </a:solidFill>
                <a:latin typeface="Arial"/>
                <a:ea typeface="Arial"/>
                <a:cs typeface="Arial"/>
              </a:defRPr>
            </a:lvl1pPr>
            <a:lvl2pPr>
              <a:defRPr sz="2850" b="1">
                <a:solidFill>
                  <a:srgbClr val="14264A"/>
                </a:solidFill>
                <a:latin typeface="Arial"/>
                <a:ea typeface="Arial"/>
                <a:cs typeface="Arial"/>
              </a:defRPr>
            </a:lvl2pPr>
            <a:lvl3pPr>
              <a:defRPr sz="2850" b="1">
                <a:solidFill>
                  <a:srgbClr val="14264A"/>
                </a:solidFill>
                <a:latin typeface="Arial"/>
                <a:ea typeface="Arial"/>
                <a:cs typeface="Arial"/>
              </a:defRPr>
            </a:lvl3pPr>
            <a:lvl4pPr>
              <a:defRPr sz="2850" b="1">
                <a:solidFill>
                  <a:srgbClr val="14264A"/>
                </a:solidFill>
                <a:latin typeface="Arial"/>
                <a:ea typeface="Arial"/>
                <a:cs typeface="Arial"/>
              </a:defRPr>
            </a:lvl4pPr>
            <a:lvl5pPr>
              <a:defRPr sz="2850" b="1">
                <a:solidFill>
                  <a:srgbClr val="14264A"/>
                </a:solidFill>
                <a:latin typeface="Arial"/>
                <a:ea typeface="Arial"/>
                <a:cs typeface="Arial"/>
              </a:defRPr>
            </a:lvl5pPr>
            <a:lvl6pPr>
              <a:defRPr sz="2850" b="1">
                <a:solidFill>
                  <a:srgbClr val="14264A"/>
                </a:solidFill>
                <a:latin typeface="Arial"/>
                <a:ea typeface="Arial"/>
                <a:cs typeface="Arial"/>
              </a:defRPr>
            </a:lvl6pPr>
            <a:lvl7pPr>
              <a:defRPr sz="2850" b="1">
                <a:solidFill>
                  <a:srgbClr val="14264A"/>
                </a:solidFill>
                <a:latin typeface="Arial"/>
                <a:ea typeface="Arial"/>
                <a:cs typeface="Arial"/>
              </a:defRPr>
            </a:lvl7pPr>
            <a:lvl8pPr>
              <a:defRPr sz="2850" b="1">
                <a:solidFill>
                  <a:srgbClr val="14264A"/>
                </a:solidFill>
                <a:latin typeface="Arial"/>
                <a:ea typeface="Arial"/>
                <a:cs typeface="Arial"/>
              </a:defRPr>
            </a:lvl8pPr>
            <a:lvl9pPr>
              <a:defRPr sz="2850" b="1">
                <a:solidFill>
                  <a:srgbClr val="14264A"/>
                </a:solidFill>
                <a:latin typeface="Arial"/>
                <a:ea typeface="Arial"/>
                <a:cs typeface="Arial"/>
              </a:defRPr>
            </a:lvl9pPr>
          </a:lstStyle>
          <a:p>
            <a:pPr>
              <a:defRPr sz="2850" b="1">
                <a:solidFill>
                  <a:srgbClr val="14264A"/>
                </a:solidFill>
                <a:latin typeface="Arial"/>
                <a:ea typeface="Arial"/>
                <a:cs typeface="Arial"/>
              </a:defRPr>
            </a:pPr>
            <a:r>
              <a:rPr sz="2850" b="1">
                <a:solidFill>
                  <a:srgbClr val="14264A"/>
                </a:solidFill>
                <a:latin typeface="Arial"/>
                <a:ea typeface="Arial"/>
                <a:cs typeface="Arial"/>
              </a:rPr>
              <a:t>Palaišana Azure vidē</a:t>
            </a:r>
          </a:p>
        </p:txBody>
      </p:sp>
      <p:sp>
        <p:nvSpPr>
          <p:cNvPr id="2" name="slide-5-accent">
            <a:extLst>
              <a:ext uri="{FF2B5EF4-FFF2-40B4-BE49-F238E27FC236}">
                <a16:creationId xmlns:a16="http://schemas.microsoft.com/office/drawing/2014/main" id="{8755AE98-5F03-458D-8BC1-800BEEB3D28F}"/>
              </a:ext>
            </a:extLst>
          </p:cNvPr>
          <p:cNvSpPr>
            <a:spLocks noGrp="1"/>
          </p:cNvSpPr>
          <p:nvPr/>
        </p:nvSpPr>
        <p:spPr>
          <a:xfrm>
            <a:off x="685800" y="1152525"/>
            <a:ext cx="609600" cy="47625"/>
          </a:xfrm>
          <a:prstGeom prst="rect">
            <a:avLst/>
          </a:prstGeom>
          <a:solidFill>
            <a:srgbClr val="2B63E5"/>
          </a:solidFill>
          <a:ln w="0">
            <a:noFill/>
            <a:prstDash val="solid"/>
          </a:ln>
        </p:spPr>
        <p:txBody>
          <a:bodyPr/>
          <a:lstStyle/>
          <a:p>
            <a:endParaRPr lang="en-LV"/>
          </a:p>
        </p:txBody>
      </p:sp>
      <p:sp>
        <p:nvSpPr>
          <p:cNvPr id="3" name="slide-5-number">
            <a:extLst>
              <a:ext uri="{FF2B5EF4-FFF2-40B4-BE49-F238E27FC236}">
                <a16:creationId xmlns:a16="http://schemas.microsoft.com/office/drawing/2014/main" id="{651138D7-F425-44AF-96E4-21E3CF7E0A45}"/>
              </a:ext>
            </a:extLst>
          </p:cNvPr>
          <p:cNvSpPr>
            <a:spLocks noGrp="1"/>
          </p:cNvSpPr>
          <p:nvPr/>
        </p:nvSpPr>
        <p:spPr>
          <a:xfrm>
            <a:off x="11049000" y="476250"/>
            <a:ext cx="457200" cy="266700"/>
          </a:xfrm>
          <a:prstGeom prst="rect">
            <a:avLst/>
          </a:prstGeom>
          <a:noFill/>
          <a:ln w="0">
            <a:noFill/>
            <a:prstDash val="solid"/>
          </a:ln>
        </p:spPr>
        <p:txBody>
          <a:bodyPr lIns="0" tIns="0" rIns="0" bIns="0"/>
          <a:lstStyle>
            <a:defPPr algn="r">
              <a:defRPr sz="1125" b="1">
                <a:solidFill>
                  <a:srgbClr val="63748E"/>
                </a:solidFill>
                <a:latin typeface="Arial"/>
                <a:ea typeface="Arial"/>
                <a:cs typeface="Arial"/>
              </a:defRPr>
            </a:defPPr>
            <a:lvl1pPr algn="r">
              <a:defRPr sz="1125" b="1">
                <a:solidFill>
                  <a:srgbClr val="63748E"/>
                </a:solidFill>
                <a:latin typeface="Arial"/>
                <a:ea typeface="Arial"/>
                <a:cs typeface="Arial"/>
              </a:defRPr>
            </a:lvl1pPr>
            <a:lvl2pPr algn="r">
              <a:defRPr sz="1125" b="1">
                <a:solidFill>
                  <a:srgbClr val="63748E"/>
                </a:solidFill>
                <a:latin typeface="Arial"/>
                <a:ea typeface="Arial"/>
                <a:cs typeface="Arial"/>
              </a:defRPr>
            </a:lvl2pPr>
            <a:lvl3pPr algn="r">
              <a:defRPr sz="1125" b="1">
                <a:solidFill>
                  <a:srgbClr val="63748E"/>
                </a:solidFill>
                <a:latin typeface="Arial"/>
                <a:ea typeface="Arial"/>
                <a:cs typeface="Arial"/>
              </a:defRPr>
            </a:lvl3pPr>
            <a:lvl4pPr algn="r">
              <a:defRPr sz="1125" b="1">
                <a:solidFill>
                  <a:srgbClr val="63748E"/>
                </a:solidFill>
                <a:latin typeface="Arial"/>
                <a:ea typeface="Arial"/>
                <a:cs typeface="Arial"/>
              </a:defRPr>
            </a:lvl4pPr>
            <a:lvl5pPr algn="r">
              <a:defRPr sz="1125" b="1">
                <a:solidFill>
                  <a:srgbClr val="63748E"/>
                </a:solidFill>
                <a:latin typeface="Arial"/>
                <a:ea typeface="Arial"/>
                <a:cs typeface="Arial"/>
              </a:defRPr>
            </a:lvl5pPr>
            <a:lvl6pPr algn="r">
              <a:defRPr sz="1125" b="1">
                <a:solidFill>
                  <a:srgbClr val="63748E"/>
                </a:solidFill>
                <a:latin typeface="Arial"/>
                <a:ea typeface="Arial"/>
                <a:cs typeface="Arial"/>
              </a:defRPr>
            </a:lvl6pPr>
            <a:lvl7pPr algn="r">
              <a:defRPr sz="1125" b="1">
                <a:solidFill>
                  <a:srgbClr val="63748E"/>
                </a:solidFill>
                <a:latin typeface="Arial"/>
                <a:ea typeface="Arial"/>
                <a:cs typeface="Arial"/>
              </a:defRPr>
            </a:lvl7pPr>
            <a:lvl8pPr algn="r">
              <a:defRPr sz="1125" b="1">
                <a:solidFill>
                  <a:srgbClr val="63748E"/>
                </a:solidFill>
                <a:latin typeface="Arial"/>
                <a:ea typeface="Arial"/>
                <a:cs typeface="Arial"/>
              </a:defRPr>
            </a:lvl8pPr>
            <a:lvl9pPr algn="r">
              <a:defRPr sz="1125" b="1">
                <a:solidFill>
                  <a:srgbClr val="63748E"/>
                </a:solidFill>
                <a:latin typeface="Arial"/>
                <a:ea typeface="Arial"/>
                <a:cs typeface="Arial"/>
              </a:defRPr>
            </a:lvl9pPr>
          </a:lstStyle>
          <a:p>
            <a:pPr algn="r">
              <a:defRPr sz="1125" b="1">
                <a:solidFill>
                  <a:srgbClr val="63748E"/>
                </a:solidFill>
                <a:latin typeface="Arial"/>
                <a:ea typeface="Arial"/>
                <a:cs typeface="Arial"/>
              </a:defRPr>
            </a:pPr>
            <a:endParaRPr sz="1125" b="1" dirty="0">
              <a:solidFill>
                <a:srgbClr val="63748E"/>
              </a:solidFill>
              <a:latin typeface="Arial"/>
              <a:ea typeface="Arial"/>
              <a:cs typeface="Arial"/>
            </a:endParaRPr>
          </a:p>
        </p:txBody>
      </p:sp>
      <p:sp>
        <p:nvSpPr>
          <p:cNvPr id="4" name="azure-lede">
            <a:extLst>
              <a:ext uri="{FF2B5EF4-FFF2-40B4-BE49-F238E27FC236}">
                <a16:creationId xmlns:a16="http://schemas.microsoft.com/office/drawing/2014/main" id="{EA401D59-8CE2-48C2-ADDC-EC94523B884F}"/>
              </a:ext>
            </a:extLst>
          </p:cNvPr>
          <p:cNvSpPr>
            <a:spLocks noGrp="1"/>
          </p:cNvSpPr>
          <p:nvPr/>
        </p:nvSpPr>
        <p:spPr>
          <a:xfrm>
            <a:off x="685800" y="1609725"/>
            <a:ext cx="4095750" cy="1143000"/>
          </a:xfrm>
          <a:prstGeom prst="rect">
            <a:avLst/>
          </a:prstGeom>
          <a:noFill/>
          <a:ln w="0">
            <a:noFill/>
            <a:prstDash val="solid"/>
          </a:ln>
        </p:spPr>
        <p:txBody>
          <a:bodyPr lIns="0" tIns="0" rIns="0" bIns="0"/>
          <a:lstStyle>
            <a:defPPr>
              <a:defRPr sz="2325" b="1">
                <a:solidFill>
                  <a:srgbClr val="14264A"/>
                </a:solidFill>
                <a:latin typeface="Arial"/>
                <a:ea typeface="Arial"/>
                <a:cs typeface="Arial"/>
              </a:defRPr>
            </a:defPPr>
            <a:lvl1pPr>
              <a:defRPr sz="2325" b="1">
                <a:solidFill>
                  <a:srgbClr val="14264A"/>
                </a:solidFill>
                <a:latin typeface="Arial"/>
                <a:ea typeface="Arial"/>
                <a:cs typeface="Arial"/>
              </a:defRPr>
            </a:lvl1pPr>
            <a:lvl2pPr>
              <a:defRPr sz="2325" b="1">
                <a:solidFill>
                  <a:srgbClr val="14264A"/>
                </a:solidFill>
                <a:latin typeface="Arial"/>
                <a:ea typeface="Arial"/>
                <a:cs typeface="Arial"/>
              </a:defRPr>
            </a:lvl2pPr>
            <a:lvl3pPr>
              <a:defRPr sz="2325" b="1">
                <a:solidFill>
                  <a:srgbClr val="14264A"/>
                </a:solidFill>
                <a:latin typeface="Arial"/>
                <a:ea typeface="Arial"/>
                <a:cs typeface="Arial"/>
              </a:defRPr>
            </a:lvl3pPr>
            <a:lvl4pPr>
              <a:defRPr sz="2325" b="1">
                <a:solidFill>
                  <a:srgbClr val="14264A"/>
                </a:solidFill>
                <a:latin typeface="Arial"/>
                <a:ea typeface="Arial"/>
                <a:cs typeface="Arial"/>
              </a:defRPr>
            </a:lvl4pPr>
            <a:lvl5pPr>
              <a:defRPr sz="2325" b="1">
                <a:solidFill>
                  <a:srgbClr val="14264A"/>
                </a:solidFill>
                <a:latin typeface="Arial"/>
                <a:ea typeface="Arial"/>
                <a:cs typeface="Arial"/>
              </a:defRPr>
            </a:lvl5pPr>
            <a:lvl6pPr>
              <a:defRPr sz="2325" b="1">
                <a:solidFill>
                  <a:srgbClr val="14264A"/>
                </a:solidFill>
                <a:latin typeface="Arial"/>
                <a:ea typeface="Arial"/>
                <a:cs typeface="Arial"/>
              </a:defRPr>
            </a:lvl6pPr>
            <a:lvl7pPr>
              <a:defRPr sz="2325" b="1">
                <a:solidFill>
                  <a:srgbClr val="14264A"/>
                </a:solidFill>
                <a:latin typeface="Arial"/>
                <a:ea typeface="Arial"/>
                <a:cs typeface="Arial"/>
              </a:defRPr>
            </a:lvl7pPr>
            <a:lvl8pPr>
              <a:defRPr sz="2325" b="1">
                <a:solidFill>
                  <a:srgbClr val="14264A"/>
                </a:solidFill>
                <a:latin typeface="Arial"/>
                <a:ea typeface="Arial"/>
                <a:cs typeface="Arial"/>
              </a:defRPr>
            </a:lvl8pPr>
            <a:lvl9pPr>
              <a:defRPr sz="2325" b="1">
                <a:solidFill>
                  <a:srgbClr val="14264A"/>
                </a:solidFill>
                <a:latin typeface="Arial"/>
                <a:ea typeface="Arial"/>
                <a:cs typeface="Arial"/>
              </a:defRPr>
            </a:lvl9pPr>
          </a:lstStyle>
          <a:p>
            <a:pPr>
              <a:defRPr sz="2325" b="1">
                <a:solidFill>
                  <a:srgbClr val="14264A"/>
                </a:solidFill>
                <a:latin typeface="Arial"/>
                <a:ea typeface="Arial"/>
                <a:cs typeface="Arial"/>
              </a:defRPr>
            </a:pPr>
            <a:r>
              <a:rPr sz="2325" b="1">
                <a:solidFill>
                  <a:srgbClr val="14264A"/>
                </a:solidFill>
                <a:latin typeface="Arial"/>
                <a:ea typeface="Arial"/>
                <a:cs typeface="Arial"/>
              </a:rPr>
              <a:t>Azure ekrānattēlā redzama palaista virtuālā mašīna.</a:t>
            </a:r>
          </a:p>
        </p:txBody>
      </p:sp>
      <p:sp>
        <p:nvSpPr>
          <p:cNvPr id="5" name="azure-facts">
            <a:extLst>
              <a:ext uri="{FF2B5EF4-FFF2-40B4-BE49-F238E27FC236}">
                <a16:creationId xmlns:a16="http://schemas.microsoft.com/office/drawing/2014/main" id="{CE76998A-1996-4043-8281-0D0331D738E1}"/>
              </a:ext>
            </a:extLst>
          </p:cNvPr>
          <p:cNvSpPr>
            <a:spLocks noGrp="1"/>
          </p:cNvSpPr>
          <p:nvPr/>
        </p:nvSpPr>
        <p:spPr>
          <a:xfrm>
            <a:off x="685800" y="3171825"/>
            <a:ext cx="3238500" cy="1447800"/>
          </a:xfrm>
          <a:prstGeom prst="rect">
            <a:avLst/>
          </a:prstGeom>
          <a:noFill/>
          <a:ln w="0">
            <a:noFill/>
            <a:prstDash val="solid"/>
          </a:ln>
        </p:spPr>
        <p:txBody>
          <a:bodyPr lIns="0" tIns="0" rIns="0" bIns="0"/>
          <a:lstStyle>
            <a:defPPr>
              <a:defRPr sz="1800">
                <a:solidFill>
                  <a:srgbClr val="15233D"/>
                </a:solidFill>
                <a:latin typeface="Arial"/>
                <a:ea typeface="Arial"/>
                <a:cs typeface="Arial"/>
              </a:defRPr>
            </a:defPPr>
            <a:lvl1pPr>
              <a:defRPr sz="1800">
                <a:solidFill>
                  <a:srgbClr val="15233D"/>
                </a:solidFill>
                <a:latin typeface="Arial"/>
                <a:ea typeface="Arial"/>
                <a:cs typeface="Arial"/>
              </a:defRPr>
            </a:lvl1pPr>
            <a:lvl2pPr>
              <a:defRPr sz="1800">
                <a:solidFill>
                  <a:srgbClr val="15233D"/>
                </a:solidFill>
                <a:latin typeface="Arial"/>
                <a:ea typeface="Arial"/>
                <a:cs typeface="Arial"/>
              </a:defRPr>
            </a:lvl2pPr>
            <a:lvl3pPr>
              <a:defRPr sz="1800">
                <a:solidFill>
                  <a:srgbClr val="15233D"/>
                </a:solidFill>
                <a:latin typeface="Arial"/>
                <a:ea typeface="Arial"/>
                <a:cs typeface="Arial"/>
              </a:defRPr>
            </a:lvl3pPr>
            <a:lvl4pPr>
              <a:defRPr sz="1800">
                <a:solidFill>
                  <a:srgbClr val="15233D"/>
                </a:solidFill>
                <a:latin typeface="Arial"/>
                <a:ea typeface="Arial"/>
                <a:cs typeface="Arial"/>
              </a:defRPr>
            </a:lvl4pPr>
            <a:lvl5pPr>
              <a:defRPr sz="1800">
                <a:solidFill>
                  <a:srgbClr val="15233D"/>
                </a:solidFill>
                <a:latin typeface="Arial"/>
                <a:ea typeface="Arial"/>
                <a:cs typeface="Arial"/>
              </a:defRPr>
            </a:lvl5pPr>
            <a:lvl6pPr>
              <a:defRPr sz="1800">
                <a:solidFill>
                  <a:srgbClr val="15233D"/>
                </a:solidFill>
                <a:latin typeface="Arial"/>
                <a:ea typeface="Arial"/>
                <a:cs typeface="Arial"/>
              </a:defRPr>
            </a:lvl6pPr>
            <a:lvl7pPr>
              <a:defRPr sz="1800">
                <a:solidFill>
                  <a:srgbClr val="15233D"/>
                </a:solidFill>
                <a:latin typeface="Arial"/>
                <a:ea typeface="Arial"/>
                <a:cs typeface="Arial"/>
              </a:defRPr>
            </a:lvl7pPr>
            <a:lvl8pPr>
              <a:defRPr sz="1800">
                <a:solidFill>
                  <a:srgbClr val="15233D"/>
                </a:solidFill>
                <a:latin typeface="Arial"/>
                <a:ea typeface="Arial"/>
                <a:cs typeface="Arial"/>
              </a:defRPr>
            </a:lvl8pPr>
            <a:lvl9pPr>
              <a:defRPr sz="1800">
                <a:solidFill>
                  <a:srgbClr val="15233D"/>
                </a:solidFill>
                <a:latin typeface="Arial"/>
                <a:ea typeface="Arial"/>
                <a:cs typeface="Arial"/>
              </a:defRPr>
            </a:lvl9pPr>
          </a:lstStyle>
          <a:p>
            <a:pPr>
              <a:defRPr sz="1800">
                <a:solidFill>
                  <a:srgbClr val="15233D"/>
                </a:solidFill>
                <a:latin typeface="Arial"/>
                <a:ea typeface="Arial"/>
                <a:cs typeface="Arial"/>
              </a:defRPr>
            </a:pPr>
            <a:r>
              <a:rPr sz="1800">
                <a:solidFill>
                  <a:srgbClr val="15233D"/>
                </a:solidFill>
                <a:latin typeface="Arial"/>
                <a:ea typeface="Arial"/>
                <a:cs typeface="Arial"/>
              </a:rPr>
              <a:t>csn-solver</a:t>
            </a:r>
          </a:p>
          <a:p>
            <a:pPr>
              <a:defRPr sz="1800">
                <a:solidFill>
                  <a:srgbClr val="15233D"/>
                </a:solidFill>
                <a:latin typeface="Arial"/>
                <a:ea typeface="Arial"/>
                <a:cs typeface="Arial"/>
              </a:defRPr>
            </a:pPr>
            <a:r>
              <a:rPr sz="1800">
                <a:solidFill>
                  <a:srgbClr val="15233D"/>
                </a:solidFill>
                <a:latin typeface="Arial"/>
                <a:ea typeface="Arial"/>
                <a:cs typeface="Arial"/>
              </a:rPr>
              <a:t>Ubuntu 24.04</a:t>
            </a:r>
          </a:p>
          <a:p>
            <a:pPr>
              <a:defRPr sz="1800">
                <a:solidFill>
                  <a:srgbClr val="15233D"/>
                </a:solidFill>
                <a:latin typeface="Arial"/>
                <a:ea typeface="Arial"/>
                <a:cs typeface="Arial"/>
              </a:defRPr>
            </a:pPr>
            <a:r>
              <a:rPr sz="1800">
                <a:solidFill>
                  <a:srgbClr val="15233D"/>
                </a:solidFill>
                <a:latin typeface="Arial"/>
                <a:ea typeface="Arial"/>
                <a:cs typeface="Arial"/>
              </a:rPr>
              <a:t>Sweden Central</a:t>
            </a:r>
          </a:p>
        </p:txBody>
      </p:sp>
      <p:pic>
        <p:nvPicPr>
          <p:cNvPr id="7" name="Picture 6">
            <a:extLst>
              <a:ext uri="{FF2B5EF4-FFF2-40B4-BE49-F238E27FC236}">
                <a16:creationId xmlns:a16="http://schemas.microsoft.com/office/drawing/2014/main" id="{1EFF2500-029C-4479-A0B3-92B635FAA9ED}"/>
              </a:ext>
            </a:extLst>
          </p:cNvPr>
          <p:cNvPicPr>
            <a:picLocks noChangeAspect="1"/>
          </p:cNvPicPr>
          <p:nvPr/>
        </p:nvPicPr>
        <p:blipFill>
          <a:blip r:embed="rId3"/>
          <a:stretch/>
        </p:blipFill>
        <p:spPr>
          <a:xfrm>
            <a:off x="5334000" y="2095500"/>
            <a:ext cx="5905500" cy="3810000"/>
          </a:xfrm>
          <a:prstGeom prst="roundRect">
            <a:avLst>
              <a:gd name="adj" fmla="val 3000"/>
            </a:avLst>
          </a:prstGeom>
        </p:spPr>
      </p:pic>
    </p:spTree>
    <p:extLst>
      <p:ext uri="{BB962C8B-B14F-4D97-AF65-F5344CB8AC3E}">
        <p14:creationId xmlns:p14="http://schemas.microsoft.com/office/powerpoint/2010/main" val="600515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264A"/>
        </a:solidFill>
        <a:effectLst/>
      </p:bgPr>
    </p:bg>
    <p:spTree>
      <p:nvGrpSpPr>
        <p:cNvPr id="1" name=""/>
        <p:cNvGrpSpPr/>
        <p:nvPr/>
      </p:nvGrpSpPr>
      <p:grpSpPr>
        <a:xfrm>
          <a:off x="0" y="0"/>
          <a:ext cx="0" cy="0"/>
          <a:chOff x="0" y="0"/>
          <a:chExt cx="0" cy="0"/>
        </a:xfrm>
      </p:grpSpPr>
      <p:sp>
        <p:nvSpPr>
          <p:cNvPr id="8" name="close-kicker">
            <a:extLst>
              <a:ext uri="{FF2B5EF4-FFF2-40B4-BE49-F238E27FC236}">
                <a16:creationId xmlns:a16="http://schemas.microsoft.com/office/drawing/2014/main" id="{661FF6E8-5C03-4111-86A0-14A33D17F3ED}"/>
              </a:ext>
            </a:extLst>
          </p:cNvPr>
          <p:cNvSpPr>
            <a:spLocks noGrp="1"/>
          </p:cNvSpPr>
          <p:nvPr/>
        </p:nvSpPr>
        <p:spPr>
          <a:xfrm>
            <a:off x="685800" y="590550"/>
            <a:ext cx="5715000" cy="285750"/>
          </a:xfrm>
          <a:prstGeom prst="rect">
            <a:avLst/>
          </a:prstGeom>
          <a:noFill/>
          <a:ln w="0">
            <a:noFill/>
            <a:prstDash val="solid"/>
          </a:ln>
        </p:spPr>
        <p:txBody>
          <a:bodyPr lIns="0" tIns="0" rIns="0" bIns="0"/>
          <a:lstStyle>
            <a:defPPr>
              <a:defRPr sz="1200" b="1">
                <a:solidFill>
                  <a:srgbClr val="AFC7FF"/>
                </a:solidFill>
                <a:latin typeface="Arial"/>
                <a:ea typeface="Arial"/>
                <a:cs typeface="Arial"/>
              </a:defRPr>
            </a:defPPr>
            <a:lvl1pPr>
              <a:defRPr sz="1200" b="1">
                <a:solidFill>
                  <a:srgbClr val="AFC7FF"/>
                </a:solidFill>
                <a:latin typeface="Arial"/>
                <a:ea typeface="Arial"/>
                <a:cs typeface="Arial"/>
              </a:defRPr>
            </a:lvl1pPr>
            <a:lvl2pPr>
              <a:defRPr sz="1200" b="1">
                <a:solidFill>
                  <a:srgbClr val="AFC7FF"/>
                </a:solidFill>
                <a:latin typeface="Arial"/>
                <a:ea typeface="Arial"/>
                <a:cs typeface="Arial"/>
              </a:defRPr>
            </a:lvl2pPr>
            <a:lvl3pPr>
              <a:defRPr sz="1200" b="1">
                <a:solidFill>
                  <a:srgbClr val="AFC7FF"/>
                </a:solidFill>
                <a:latin typeface="Arial"/>
                <a:ea typeface="Arial"/>
                <a:cs typeface="Arial"/>
              </a:defRPr>
            </a:lvl3pPr>
            <a:lvl4pPr>
              <a:defRPr sz="1200" b="1">
                <a:solidFill>
                  <a:srgbClr val="AFC7FF"/>
                </a:solidFill>
                <a:latin typeface="Arial"/>
                <a:ea typeface="Arial"/>
                <a:cs typeface="Arial"/>
              </a:defRPr>
            </a:lvl4pPr>
            <a:lvl5pPr>
              <a:defRPr sz="1200" b="1">
                <a:solidFill>
                  <a:srgbClr val="AFC7FF"/>
                </a:solidFill>
                <a:latin typeface="Arial"/>
                <a:ea typeface="Arial"/>
                <a:cs typeface="Arial"/>
              </a:defRPr>
            </a:lvl5pPr>
            <a:lvl6pPr>
              <a:defRPr sz="1200" b="1">
                <a:solidFill>
                  <a:srgbClr val="AFC7FF"/>
                </a:solidFill>
                <a:latin typeface="Arial"/>
                <a:ea typeface="Arial"/>
                <a:cs typeface="Arial"/>
              </a:defRPr>
            </a:lvl6pPr>
            <a:lvl7pPr>
              <a:defRPr sz="1200" b="1">
                <a:solidFill>
                  <a:srgbClr val="AFC7FF"/>
                </a:solidFill>
                <a:latin typeface="Arial"/>
                <a:ea typeface="Arial"/>
                <a:cs typeface="Arial"/>
              </a:defRPr>
            </a:lvl7pPr>
            <a:lvl8pPr>
              <a:defRPr sz="1200" b="1">
                <a:solidFill>
                  <a:srgbClr val="AFC7FF"/>
                </a:solidFill>
                <a:latin typeface="Arial"/>
                <a:ea typeface="Arial"/>
                <a:cs typeface="Arial"/>
              </a:defRPr>
            </a:lvl8pPr>
            <a:lvl9pPr>
              <a:defRPr sz="1200" b="1">
                <a:solidFill>
                  <a:srgbClr val="AFC7FF"/>
                </a:solidFill>
                <a:latin typeface="Arial"/>
                <a:ea typeface="Arial"/>
                <a:cs typeface="Arial"/>
              </a:defRPr>
            </a:lvl9pPr>
          </a:lstStyle>
          <a:p>
            <a:pPr>
              <a:defRPr sz="1200" b="1">
                <a:solidFill>
                  <a:srgbClr val="AFC7FF"/>
                </a:solidFill>
                <a:latin typeface="Arial"/>
                <a:ea typeface="Arial"/>
                <a:cs typeface="Arial"/>
              </a:defRPr>
            </a:pPr>
            <a:r>
              <a:rPr sz="1200" b="1">
                <a:solidFill>
                  <a:srgbClr val="AFC7FF"/>
                </a:solidFill>
                <a:latin typeface="Arial"/>
                <a:ea typeface="Arial"/>
                <a:cs typeface="Arial"/>
              </a:rPr>
              <a:t>PROJEKTA NEDĒĻAS REZULTĀTS</a:t>
            </a:r>
          </a:p>
        </p:txBody>
      </p:sp>
      <p:sp>
        <p:nvSpPr>
          <p:cNvPr id="2" name="close-title">
            <a:extLst>
              <a:ext uri="{FF2B5EF4-FFF2-40B4-BE49-F238E27FC236}">
                <a16:creationId xmlns:a16="http://schemas.microsoft.com/office/drawing/2014/main" id="{C656DD3F-484C-484B-A21A-2CE39511A989}"/>
              </a:ext>
            </a:extLst>
          </p:cNvPr>
          <p:cNvSpPr>
            <a:spLocks noGrp="1"/>
          </p:cNvSpPr>
          <p:nvPr/>
        </p:nvSpPr>
        <p:spPr>
          <a:xfrm>
            <a:off x="685800" y="1181100"/>
            <a:ext cx="10287000" cy="647700"/>
          </a:xfrm>
          <a:prstGeom prst="rect">
            <a:avLst/>
          </a:prstGeom>
          <a:noFill/>
          <a:ln w="0">
            <a:noFill/>
            <a:prstDash val="solid"/>
          </a:ln>
        </p:spPr>
        <p:txBody>
          <a:bodyPr lIns="0" tIns="0" rIns="0" bIns="0"/>
          <a:lstStyle>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a:pPr>
              <a:defRPr sz="3225" b="1">
                <a:solidFill>
                  <a:srgbClr val="FFFFFF"/>
                </a:solidFill>
                <a:latin typeface="Arial"/>
                <a:ea typeface="Arial"/>
                <a:cs typeface="Arial"/>
              </a:defRPr>
            </a:pPr>
            <a:r>
              <a:rPr sz="3225" b="1" dirty="0" err="1">
                <a:solidFill>
                  <a:srgbClr val="FFFFFF"/>
                </a:solidFill>
                <a:latin typeface="Arial"/>
                <a:ea typeface="Arial"/>
                <a:cs typeface="Arial"/>
              </a:rPr>
              <a:t>Pārbaudāms</a:t>
            </a:r>
            <a:r>
              <a:rPr sz="3225" b="1" dirty="0">
                <a:solidFill>
                  <a:srgbClr val="FFFFFF"/>
                </a:solidFill>
                <a:latin typeface="Arial"/>
                <a:ea typeface="Arial"/>
                <a:cs typeface="Arial"/>
              </a:rPr>
              <a:t> </a:t>
            </a:r>
            <a:r>
              <a:rPr sz="3225" b="1" dirty="0" err="1">
                <a:solidFill>
                  <a:srgbClr val="FFFFFF"/>
                </a:solidFill>
                <a:latin typeface="Arial"/>
                <a:ea typeface="Arial"/>
                <a:cs typeface="Arial"/>
              </a:rPr>
              <a:t>digitāls</a:t>
            </a:r>
            <a:r>
              <a:rPr sz="3225" b="1" dirty="0">
                <a:solidFill>
                  <a:srgbClr val="FFFFFF"/>
                </a:solidFill>
                <a:latin typeface="Arial"/>
                <a:ea typeface="Arial"/>
                <a:cs typeface="Arial"/>
              </a:rPr>
              <a:t> </a:t>
            </a:r>
            <a:r>
              <a:rPr sz="3225" b="1" dirty="0" err="1">
                <a:solidFill>
                  <a:srgbClr val="FFFFFF"/>
                </a:solidFill>
                <a:latin typeface="Arial"/>
                <a:ea typeface="Arial"/>
                <a:cs typeface="Arial"/>
              </a:rPr>
              <a:t>prototips</a:t>
            </a:r>
            <a:endParaRPr sz="3225" b="1" dirty="0">
              <a:solidFill>
                <a:srgbClr val="FFFFFF"/>
              </a:solidFill>
              <a:latin typeface="Arial"/>
              <a:ea typeface="Arial"/>
              <a:cs typeface="Arial"/>
            </a:endParaRPr>
          </a:p>
        </p:txBody>
      </p:sp>
      <p:sp>
        <p:nvSpPr>
          <p:cNvPr id="3" name="close-summary">
            <a:extLst>
              <a:ext uri="{FF2B5EF4-FFF2-40B4-BE49-F238E27FC236}">
                <a16:creationId xmlns:a16="http://schemas.microsoft.com/office/drawing/2014/main" id="{D0706A0F-BC49-462D-B6FE-42F64689130D}"/>
              </a:ext>
            </a:extLst>
          </p:cNvPr>
          <p:cNvSpPr>
            <a:spLocks noGrp="1"/>
          </p:cNvSpPr>
          <p:nvPr/>
        </p:nvSpPr>
        <p:spPr>
          <a:xfrm>
            <a:off x="685800" y="2124075"/>
            <a:ext cx="9239250" cy="1304925"/>
          </a:xfrm>
          <a:prstGeom prst="rect">
            <a:avLst/>
          </a:prstGeom>
          <a:noFill/>
          <a:ln w="0">
            <a:noFill/>
            <a:prstDash val="solid"/>
          </a:ln>
        </p:spPr>
        <p:txBody>
          <a:bodyPr lIns="0" tIns="0" rIns="0" bIns="0"/>
          <a:lstStyle>
            <a:defPPr>
              <a:defRPr sz="1875">
                <a:solidFill>
                  <a:srgbClr val="D8E2F3"/>
                </a:solidFill>
                <a:latin typeface="Arial"/>
                <a:ea typeface="Arial"/>
                <a:cs typeface="Arial"/>
              </a:defRPr>
            </a:defPPr>
            <a:lvl1pPr>
              <a:defRPr sz="1875">
                <a:solidFill>
                  <a:srgbClr val="D8E2F3"/>
                </a:solidFill>
                <a:latin typeface="Arial"/>
                <a:ea typeface="Arial"/>
                <a:cs typeface="Arial"/>
              </a:defRPr>
            </a:lvl1pPr>
            <a:lvl2pPr>
              <a:defRPr sz="1875">
                <a:solidFill>
                  <a:srgbClr val="D8E2F3"/>
                </a:solidFill>
                <a:latin typeface="Arial"/>
                <a:ea typeface="Arial"/>
                <a:cs typeface="Arial"/>
              </a:defRPr>
            </a:lvl2pPr>
            <a:lvl3pPr>
              <a:defRPr sz="1875">
                <a:solidFill>
                  <a:srgbClr val="D8E2F3"/>
                </a:solidFill>
                <a:latin typeface="Arial"/>
                <a:ea typeface="Arial"/>
                <a:cs typeface="Arial"/>
              </a:defRPr>
            </a:lvl3pPr>
            <a:lvl4pPr>
              <a:defRPr sz="1875">
                <a:solidFill>
                  <a:srgbClr val="D8E2F3"/>
                </a:solidFill>
                <a:latin typeface="Arial"/>
                <a:ea typeface="Arial"/>
                <a:cs typeface="Arial"/>
              </a:defRPr>
            </a:lvl4pPr>
            <a:lvl5pPr>
              <a:defRPr sz="1875">
                <a:solidFill>
                  <a:srgbClr val="D8E2F3"/>
                </a:solidFill>
                <a:latin typeface="Arial"/>
                <a:ea typeface="Arial"/>
                <a:cs typeface="Arial"/>
              </a:defRPr>
            </a:lvl5pPr>
            <a:lvl6pPr>
              <a:defRPr sz="1875">
                <a:solidFill>
                  <a:srgbClr val="D8E2F3"/>
                </a:solidFill>
                <a:latin typeface="Arial"/>
                <a:ea typeface="Arial"/>
                <a:cs typeface="Arial"/>
              </a:defRPr>
            </a:lvl6pPr>
            <a:lvl7pPr>
              <a:defRPr sz="1875">
                <a:solidFill>
                  <a:srgbClr val="D8E2F3"/>
                </a:solidFill>
                <a:latin typeface="Arial"/>
                <a:ea typeface="Arial"/>
                <a:cs typeface="Arial"/>
              </a:defRPr>
            </a:lvl7pPr>
            <a:lvl8pPr>
              <a:defRPr sz="1875">
                <a:solidFill>
                  <a:srgbClr val="D8E2F3"/>
                </a:solidFill>
                <a:latin typeface="Arial"/>
                <a:ea typeface="Arial"/>
                <a:cs typeface="Arial"/>
              </a:defRPr>
            </a:lvl8pPr>
            <a:lvl9pPr>
              <a:defRPr sz="1875">
                <a:solidFill>
                  <a:srgbClr val="D8E2F3"/>
                </a:solidFill>
                <a:latin typeface="Arial"/>
                <a:ea typeface="Arial"/>
                <a:cs typeface="Arial"/>
              </a:defRPr>
            </a:lvl9pPr>
          </a:lstStyle>
          <a:p>
            <a:pPr>
              <a:defRPr sz="1875">
                <a:solidFill>
                  <a:srgbClr val="D8E2F3"/>
                </a:solidFill>
                <a:latin typeface="Arial"/>
                <a:ea typeface="Arial"/>
                <a:cs typeface="Arial"/>
              </a:defRPr>
            </a:pPr>
            <a:r>
              <a:rPr lang="en-LV" dirty="0"/>
              <a:t>Projekta laikā izveidota vietne, kur var meklēt ceļu satiksmes jautājumus, apskatīt CSDD pārbaudītās atbildes un trenēties pašpārbaudes režīmā. GitHub versiju kontrole, README dokumentācija un automatizētie testi palīdz sekot izstrādes gaitai un pārbaudīt risinājumu.</a:t>
            </a:r>
          </a:p>
          <a:p>
            <a:pPr>
              <a:defRPr sz="1875">
                <a:solidFill>
                  <a:srgbClr val="D8E2F3"/>
                </a:solidFill>
                <a:latin typeface="Arial"/>
                <a:ea typeface="Arial"/>
                <a:cs typeface="Arial"/>
              </a:defRPr>
            </a:pPr>
            <a:endParaRPr sz="1875" dirty="0">
              <a:solidFill>
                <a:srgbClr val="D8E2F3"/>
              </a:solidFill>
              <a:latin typeface="Arial"/>
              <a:ea typeface="Arial"/>
              <a:cs typeface="Arial"/>
            </a:endParaRPr>
          </a:p>
        </p:txBody>
      </p:sp>
    </p:spTree>
    <p:extLst>
      <p:ext uri="{BB962C8B-B14F-4D97-AF65-F5344CB8AC3E}">
        <p14:creationId xmlns:p14="http://schemas.microsoft.com/office/powerpoint/2010/main" val="211128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64A"/>
        </a:solidFill>
        <a:effectLst/>
      </p:bgPr>
    </p:bg>
    <p:spTree>
      <p:nvGrpSpPr>
        <p:cNvPr id="1" name="">
          <a:extLst>
            <a:ext uri="{FF2B5EF4-FFF2-40B4-BE49-F238E27FC236}">
              <a16:creationId xmlns:a16="http://schemas.microsoft.com/office/drawing/2014/main" id="{0F5E379E-BB16-6E53-05F8-D9C8ACDA2CA2}"/>
            </a:ext>
          </a:extLst>
        </p:cNvPr>
        <p:cNvGrpSpPr/>
        <p:nvPr/>
      </p:nvGrpSpPr>
      <p:grpSpPr>
        <a:xfrm>
          <a:off x="0" y="0"/>
          <a:ext cx="0" cy="0"/>
          <a:chOff x="0" y="0"/>
          <a:chExt cx="0" cy="0"/>
        </a:xfrm>
      </p:grpSpPr>
      <p:sp>
        <p:nvSpPr>
          <p:cNvPr id="11" name="close-title">
            <a:extLst>
              <a:ext uri="{FF2B5EF4-FFF2-40B4-BE49-F238E27FC236}">
                <a16:creationId xmlns:a16="http://schemas.microsoft.com/office/drawing/2014/main" id="{E28222F6-DB4B-87FD-911A-CA464EC726B4}"/>
              </a:ext>
            </a:extLst>
          </p:cNvPr>
          <p:cNvSpPr>
            <a:spLocks noGrp="1"/>
          </p:cNvSpPr>
          <p:nvPr/>
        </p:nvSpPr>
        <p:spPr>
          <a:xfrm>
            <a:off x="3913667" y="3105150"/>
            <a:ext cx="4364665" cy="647700"/>
          </a:xfrm>
          <a:prstGeom prst="rect">
            <a:avLst/>
          </a:prstGeom>
          <a:noFill/>
          <a:ln w="0">
            <a:noFill/>
            <a:prstDash val="solid"/>
          </a:ln>
        </p:spPr>
        <p:txBody>
          <a:bodyPr lIns="0" tIns="0" rIns="0" bIns="0"/>
          <a:lstStyle>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a:pPr>
              <a:defRPr sz="3225" b="1">
                <a:solidFill>
                  <a:srgbClr val="FFFFFF"/>
                </a:solidFill>
                <a:latin typeface="Arial"/>
                <a:ea typeface="Arial"/>
                <a:cs typeface="Arial"/>
              </a:defRPr>
            </a:pPr>
            <a:r>
              <a:rPr lang="en-US" dirty="0" err="1"/>
              <a:t>Paldies</a:t>
            </a:r>
            <a:r>
              <a:rPr lang="en-US" dirty="0"/>
              <a:t> par </a:t>
            </a:r>
            <a:r>
              <a:rPr lang="en-US" dirty="0" err="1"/>
              <a:t>uzmanību</a:t>
            </a:r>
            <a:r>
              <a:rPr lang="en-US" dirty="0"/>
              <a:t>!</a:t>
            </a:r>
            <a:endParaRPr sz="3225" b="1" dirty="0">
              <a:solidFill>
                <a:srgbClr val="FFFFFF"/>
              </a:solidFill>
              <a:latin typeface="Arial"/>
              <a:ea typeface="Arial"/>
              <a:cs typeface="Arial"/>
            </a:endParaRPr>
          </a:p>
        </p:txBody>
      </p:sp>
    </p:spTree>
    <p:extLst>
      <p:ext uri="{BB962C8B-B14F-4D97-AF65-F5344CB8AC3E}">
        <p14:creationId xmlns:p14="http://schemas.microsoft.com/office/powerpoint/2010/main" val="40901582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514</Words>
  <Application>Microsoft Macintosh PowerPoint</Application>
  <DocSecurity>0</DocSecurity>
  <PresentationFormat>Widescreen</PresentationFormat>
  <Paragraphs>48</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Максим Дурихин</cp:lastModifiedBy>
  <cp:revision>5</cp:revision>
  <dcterms:created xsi:type="dcterms:W3CDTF">2026-10-22T11:52:32Z</dcterms:created>
  <dcterms:modified xsi:type="dcterms:W3CDTF">2026-10-22T18:41:22Z</dcterms:modified>
</cp:coreProperties>
</file>